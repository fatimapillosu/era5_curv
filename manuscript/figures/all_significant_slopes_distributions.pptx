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>
        <p:scale>
          <a:sx n="100" d="100"/>
          <a:sy n="100" d="100"/>
        </p:scale>
        <p:origin x="1622" y="-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65C-E476-495D-B2EF-EF458C235A54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83EB-09DE-46F9-BDA0-42BB07214BA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4901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65C-E476-495D-B2EF-EF458C235A54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83EB-09DE-46F9-BDA0-42BB07214BA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0424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65C-E476-495D-B2EF-EF458C235A54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83EB-09DE-46F9-BDA0-42BB07214BA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656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65C-E476-495D-B2EF-EF458C235A54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83EB-09DE-46F9-BDA0-42BB07214BA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3210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65C-E476-495D-B2EF-EF458C235A54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83EB-09DE-46F9-BDA0-42BB07214BA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962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65C-E476-495D-B2EF-EF458C235A54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83EB-09DE-46F9-BDA0-42BB07214BA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4647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65C-E476-495D-B2EF-EF458C235A54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83EB-09DE-46F9-BDA0-42BB07214BA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1919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65C-E476-495D-B2EF-EF458C235A54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83EB-09DE-46F9-BDA0-42BB07214BA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588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65C-E476-495D-B2EF-EF458C235A54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83EB-09DE-46F9-BDA0-42BB07214BA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4402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65C-E476-495D-B2EF-EF458C235A54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83EB-09DE-46F9-BDA0-42BB07214BA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315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5F65C-E476-495D-B2EF-EF458C235A54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883EB-09DE-46F9-BDA0-42BB07214BA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138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05F65C-E476-495D-B2EF-EF458C235A54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8883EB-09DE-46F9-BDA0-42BB07214BA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6077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8AF371A-5041-95A1-97B5-34F288A22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210" y="219075"/>
            <a:ext cx="2520000" cy="1674500"/>
          </a:xfrm>
          <a:prstGeom prst="rect">
            <a:avLst/>
          </a:prstGeom>
        </p:spPr>
      </p:pic>
      <p:pic>
        <p:nvPicPr>
          <p:cNvPr id="27" name="Picture 26" descr="A graph of different colored shapes&#10;&#10;AI-generated content may be incorrect.">
            <a:extLst>
              <a:ext uri="{FF2B5EF4-FFF2-40B4-BE49-F238E27FC236}">
                <a16:creationId xmlns:a16="http://schemas.microsoft.com/office/drawing/2014/main" id="{2306CE00-17A4-E5B5-CEDB-5D12E81B7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335" y="1694662"/>
            <a:ext cx="2520000" cy="1674500"/>
          </a:xfrm>
          <a:prstGeom prst="rect">
            <a:avLst/>
          </a:prstGeom>
        </p:spPr>
      </p:pic>
      <p:pic>
        <p:nvPicPr>
          <p:cNvPr id="29" name="Picture 28" descr="A graph of different colored shapes&#10;&#10;AI-generated content may be incorrect.">
            <a:extLst>
              <a:ext uri="{FF2B5EF4-FFF2-40B4-BE49-F238E27FC236}">
                <a16:creationId xmlns:a16="http://schemas.microsoft.com/office/drawing/2014/main" id="{C9B21C5B-31BF-52BB-DD5B-BA59244447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460" y="3187111"/>
            <a:ext cx="2520000" cy="1674500"/>
          </a:xfrm>
          <a:prstGeom prst="rect">
            <a:avLst/>
          </a:prstGeom>
        </p:spPr>
      </p:pic>
      <p:pic>
        <p:nvPicPr>
          <p:cNvPr id="31" name="Picture 30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D7DBD9F3-4D27-5701-950D-45B6BD4FBC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460" y="4671129"/>
            <a:ext cx="2520000" cy="1674500"/>
          </a:xfrm>
          <a:prstGeom prst="rect">
            <a:avLst/>
          </a:prstGeom>
        </p:spPr>
      </p:pic>
      <p:pic>
        <p:nvPicPr>
          <p:cNvPr id="17" name="Picture 16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EE1B4E88-DAAB-5158-BB25-37077447C4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343" y="219075"/>
            <a:ext cx="2520000" cy="1674500"/>
          </a:xfrm>
          <a:prstGeom prst="rect">
            <a:avLst/>
          </a:prstGeom>
        </p:spPr>
      </p:pic>
      <p:pic>
        <p:nvPicPr>
          <p:cNvPr id="19" name="Picture 18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A006A534-9F19-B3B7-AAD7-E2A9D8E26E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343" y="1703093"/>
            <a:ext cx="2520000" cy="1674500"/>
          </a:xfrm>
          <a:prstGeom prst="rect">
            <a:avLst/>
          </a:prstGeom>
        </p:spPr>
      </p:pic>
      <p:pic>
        <p:nvPicPr>
          <p:cNvPr id="21" name="Picture 20" descr="A graph of different colored shapes&#10;&#10;AI-generated content may be incorrect.">
            <a:extLst>
              <a:ext uri="{FF2B5EF4-FFF2-40B4-BE49-F238E27FC236}">
                <a16:creationId xmlns:a16="http://schemas.microsoft.com/office/drawing/2014/main" id="{909E7E6A-CFE6-BED0-B983-079B7E8C42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593" y="3187111"/>
            <a:ext cx="2520000" cy="1674500"/>
          </a:xfrm>
          <a:prstGeom prst="rect">
            <a:avLst/>
          </a:prstGeom>
        </p:spPr>
      </p:pic>
      <p:pic>
        <p:nvPicPr>
          <p:cNvPr id="23" name="Picture 22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45B8F709-D186-4295-A02B-640D9C55C5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593" y="4671129"/>
            <a:ext cx="2520000" cy="1674500"/>
          </a:xfrm>
          <a:prstGeom prst="rect">
            <a:avLst/>
          </a:prstGeom>
        </p:spPr>
      </p:pic>
      <p:pic>
        <p:nvPicPr>
          <p:cNvPr id="12" name="Picture 11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1500ADBF-F4E3-50EF-09CB-71A455EFF1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1" y="219075"/>
            <a:ext cx="2520000" cy="1674500"/>
          </a:xfrm>
          <a:prstGeom prst="rect">
            <a:avLst/>
          </a:prstGeom>
        </p:spPr>
      </p:pic>
      <p:pic>
        <p:nvPicPr>
          <p:cNvPr id="13" name="Picture 12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F09AB4BA-E6F9-12F7-195E-438DB15009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1" y="1703093"/>
            <a:ext cx="2520000" cy="1674500"/>
          </a:xfrm>
          <a:prstGeom prst="rect">
            <a:avLst/>
          </a:prstGeom>
        </p:spPr>
      </p:pic>
      <p:pic>
        <p:nvPicPr>
          <p:cNvPr id="14" name="Picture 13" descr="A graph of a number of rhombuses&#10;&#10;AI-generated content may be incorrect.">
            <a:extLst>
              <a:ext uri="{FF2B5EF4-FFF2-40B4-BE49-F238E27FC236}">
                <a16:creationId xmlns:a16="http://schemas.microsoft.com/office/drawing/2014/main" id="{E73E2667-59B9-E4CE-C059-EE9C24BB8C9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1" y="3187111"/>
            <a:ext cx="2520000" cy="1674500"/>
          </a:xfrm>
          <a:prstGeom prst="rect">
            <a:avLst/>
          </a:prstGeom>
        </p:spPr>
      </p:pic>
      <p:pic>
        <p:nvPicPr>
          <p:cNvPr id="15" name="Picture 14" descr="A graph of a graph&#10;&#10;AI-generated content may be incorrect.">
            <a:extLst>
              <a:ext uri="{FF2B5EF4-FFF2-40B4-BE49-F238E27FC236}">
                <a16:creationId xmlns:a16="http://schemas.microsoft.com/office/drawing/2014/main" id="{5F130C95-DD94-0F70-678A-9FC45A44DC2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1" y="4671129"/>
            <a:ext cx="2520000" cy="16745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3B9F7E6-6BF9-BEA7-F3BA-A8F44ABF0FB3}"/>
              </a:ext>
            </a:extLst>
          </p:cNvPr>
          <p:cNvSpPr txBox="1"/>
          <p:nvPr/>
        </p:nvSpPr>
        <p:spPr>
          <a:xfrm>
            <a:off x="485775" y="0"/>
            <a:ext cx="20478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/>
              <a:t>Trend period: 1940 - 2024</a:t>
            </a:r>
            <a:endParaRPr lang="it-IT" sz="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444B53-B211-782C-3EE5-D87C3AECB301}"/>
              </a:ext>
            </a:extLst>
          </p:cNvPr>
          <p:cNvSpPr txBox="1"/>
          <p:nvPr/>
        </p:nvSpPr>
        <p:spPr>
          <a:xfrm>
            <a:off x="2582451" y="3631"/>
            <a:ext cx="20478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/>
              <a:t>Trend period: 1950 - 2024</a:t>
            </a:r>
            <a:endParaRPr lang="it-IT" sz="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BC33E5-5275-FDC7-6DF9-20C357181180}"/>
              </a:ext>
            </a:extLst>
          </p:cNvPr>
          <p:cNvSpPr txBox="1"/>
          <p:nvPr/>
        </p:nvSpPr>
        <p:spPr>
          <a:xfrm>
            <a:off x="4720543" y="-4800"/>
            <a:ext cx="20478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/>
              <a:t>Trend period: 1979 - 2024</a:t>
            </a:r>
            <a:endParaRPr lang="it-IT" sz="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7D3D07-F4E3-2273-941D-8DD08A8DE1B7}"/>
              </a:ext>
            </a:extLst>
          </p:cNvPr>
          <p:cNvSpPr txBox="1"/>
          <p:nvPr/>
        </p:nvSpPr>
        <p:spPr>
          <a:xfrm rot="16200000">
            <a:off x="-610645" y="857164"/>
            <a:ext cx="13087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/>
              <a:t>DJF</a:t>
            </a:r>
            <a:endParaRPr lang="it-IT" sz="8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7B6297-0F7E-AED5-581B-A6E878B0911A}"/>
              </a:ext>
            </a:extLst>
          </p:cNvPr>
          <p:cNvSpPr txBox="1"/>
          <p:nvPr/>
        </p:nvSpPr>
        <p:spPr>
          <a:xfrm rot="16200000">
            <a:off x="-610646" y="2383103"/>
            <a:ext cx="13087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/>
              <a:t>MAM</a:t>
            </a:r>
            <a:endParaRPr lang="it-IT" sz="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75EDB2-04DA-87D9-A9A1-3106C178133F}"/>
              </a:ext>
            </a:extLst>
          </p:cNvPr>
          <p:cNvSpPr txBox="1"/>
          <p:nvPr/>
        </p:nvSpPr>
        <p:spPr>
          <a:xfrm rot="16200000">
            <a:off x="-610646" y="3840457"/>
            <a:ext cx="13087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/>
              <a:t>JJA</a:t>
            </a:r>
            <a:endParaRPr lang="it-IT" sz="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126325-C481-A7CC-097D-F3195603285E}"/>
              </a:ext>
            </a:extLst>
          </p:cNvPr>
          <p:cNvSpPr txBox="1"/>
          <p:nvPr/>
        </p:nvSpPr>
        <p:spPr>
          <a:xfrm rot="16200000">
            <a:off x="-592556" y="5255889"/>
            <a:ext cx="13087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/>
              <a:t>SON</a:t>
            </a:r>
            <a:endParaRPr lang="it-IT" sz="800" dirty="0"/>
          </a:p>
        </p:txBody>
      </p:sp>
    </p:spTree>
    <p:extLst>
      <p:ext uri="{BB962C8B-B14F-4D97-AF65-F5344CB8AC3E}">
        <p14:creationId xmlns:p14="http://schemas.microsoft.com/office/powerpoint/2010/main" val="1384717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</Words>
  <Application>Microsoft Office PowerPoint</Application>
  <PresentationFormat>A4 Paper (210x297 mm)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Maria Pillosu</dc:creator>
  <cp:lastModifiedBy>Fatima Maria Pillosu</cp:lastModifiedBy>
  <cp:revision>1</cp:revision>
  <dcterms:created xsi:type="dcterms:W3CDTF">2025-12-17T15:01:43Z</dcterms:created>
  <dcterms:modified xsi:type="dcterms:W3CDTF">2025-12-19T20:42:09Z</dcterms:modified>
</cp:coreProperties>
</file>