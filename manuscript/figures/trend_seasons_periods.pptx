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48017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3F00"/>
    <a:srgbClr val="4169E1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0C607-5C95-44CC-B2C1-C33AB5624BCF}" v="40" dt="2025-12-14T23:47:40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>
        <p:scale>
          <a:sx n="80" d="100"/>
          <a:sy n="80" d="100"/>
        </p:scale>
        <p:origin x="2150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5-12-14T23:50:08.862" v="950" actId="554"/>
      <pc:docMkLst>
        <pc:docMk/>
      </pc:docMkLst>
      <pc:sldChg chg="addSp delSp modSp mod">
        <pc:chgData name="Fatima Pillosu" userId="a6295d4dc9e22643" providerId="LiveId" clId="{87453732-75AC-4426-B5D3-B7C69C2D4F54}" dt="2025-12-14T23:50:08.862" v="950" actId="554"/>
        <pc:sldMkLst>
          <pc:docMk/>
          <pc:sldMk cId="3096440039" sldId="256"/>
        </pc:sldMkLst>
        <pc:spChg chg="add mod">
          <ac:chgData name="Fatima Pillosu" userId="a6295d4dc9e22643" providerId="LiveId" clId="{87453732-75AC-4426-B5D3-B7C69C2D4F54}" dt="2025-12-14T23:28:58.137" v="659" actId="1037"/>
          <ac:spMkLst>
            <pc:docMk/>
            <pc:sldMk cId="3096440039" sldId="256"/>
            <ac:spMk id="44" creationId="{89EC811D-84FE-396D-8734-6C44B515809F}"/>
          </ac:spMkLst>
        </pc:spChg>
        <pc:spChg chg="add mod">
          <ac:chgData name="Fatima Pillosu" userId="a6295d4dc9e22643" providerId="LiveId" clId="{87453732-75AC-4426-B5D3-B7C69C2D4F54}" dt="2025-12-14T23:28:58.137" v="659" actId="1037"/>
          <ac:spMkLst>
            <pc:docMk/>
            <pc:sldMk cId="3096440039" sldId="256"/>
            <ac:spMk id="45" creationId="{6A36F8EA-E537-D077-DE17-BD2D8C581133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46" creationId="{B828C7F8-F2C8-3958-1CD5-A47F32C55B8E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47" creationId="{FCCC5DC4-F098-3649-6E20-0C605546FAE8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48" creationId="{2EA7B6D2-8750-34C8-91FE-611CBA94446C}"/>
          </ac:spMkLst>
        </pc:spChg>
        <pc:spChg chg="add mod">
          <ac:chgData name="Fatima Pillosu" userId="a6295d4dc9e22643" providerId="LiveId" clId="{87453732-75AC-4426-B5D3-B7C69C2D4F54}" dt="2025-12-14T23:28:20.684" v="647" actId="1037"/>
          <ac:spMkLst>
            <pc:docMk/>
            <pc:sldMk cId="3096440039" sldId="256"/>
            <ac:spMk id="49" creationId="{70CEE2C7-CA89-044B-A0DA-17E7E0554E8C}"/>
          </ac:spMkLst>
        </pc:spChg>
        <pc:spChg chg="add mod">
          <ac:chgData name="Fatima Pillosu" userId="a6295d4dc9e22643" providerId="LiveId" clId="{87453732-75AC-4426-B5D3-B7C69C2D4F54}" dt="2025-12-14T23:28:20.684" v="647" actId="1037"/>
          <ac:spMkLst>
            <pc:docMk/>
            <pc:sldMk cId="3096440039" sldId="256"/>
            <ac:spMk id="50" creationId="{F22F7377-5B71-FD42-E25F-C02537FA4C7F}"/>
          </ac:spMkLst>
        </pc:spChg>
        <pc:spChg chg="add mod">
          <ac:chgData name="Fatima Pillosu" userId="a6295d4dc9e22643" providerId="LiveId" clId="{87453732-75AC-4426-B5D3-B7C69C2D4F54}" dt="2025-12-14T23:46:47.152" v="894" actId="1035"/>
          <ac:spMkLst>
            <pc:docMk/>
            <pc:sldMk cId="3096440039" sldId="256"/>
            <ac:spMk id="51" creationId="{F6AA1166-C5C5-BF73-09D2-7CE6CA276ADE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54" creationId="{9CF54239-24FD-8266-3F75-BCCBBDFFE7F2}"/>
          </ac:spMkLst>
        </pc:spChg>
        <pc:spChg chg="add mod">
          <ac:chgData name="Fatima Pillosu" userId="a6295d4dc9e22643" providerId="LiveId" clId="{87453732-75AC-4426-B5D3-B7C69C2D4F54}" dt="2025-12-14T23:46:47.152" v="894" actId="1035"/>
          <ac:spMkLst>
            <pc:docMk/>
            <pc:sldMk cId="3096440039" sldId="256"/>
            <ac:spMk id="56" creationId="{93DBE227-AF0E-E372-F1FA-8438A055DF0A}"/>
          </ac:spMkLst>
        </pc:spChg>
        <pc:spChg chg="add del mod">
          <ac:chgData name="Fatima Pillosu" userId="a6295d4dc9e22643" providerId="LiveId" clId="{87453732-75AC-4426-B5D3-B7C69C2D4F54}" dt="2025-12-14T23:27:06.878" v="619" actId="478"/>
          <ac:spMkLst>
            <pc:docMk/>
            <pc:sldMk cId="3096440039" sldId="256"/>
            <ac:spMk id="58" creationId="{3FF1FD79-8D5A-9906-EF02-E7A158742BC7}"/>
          </ac:spMkLst>
        </pc:spChg>
        <pc:spChg chg="add del mod">
          <ac:chgData name="Fatima Pillosu" userId="a6295d4dc9e22643" providerId="LiveId" clId="{87453732-75AC-4426-B5D3-B7C69C2D4F54}" dt="2025-12-14T23:27:05.937" v="618" actId="478"/>
          <ac:spMkLst>
            <pc:docMk/>
            <pc:sldMk cId="3096440039" sldId="256"/>
            <ac:spMk id="59" creationId="{469D17A8-860A-CF9F-010D-039BA3C7D9B5}"/>
          </ac:spMkLst>
        </pc:spChg>
        <pc:spChg chg="add mod">
          <ac:chgData name="Fatima Pillosu" userId="a6295d4dc9e22643" providerId="LiveId" clId="{87453732-75AC-4426-B5D3-B7C69C2D4F54}" dt="2025-12-14T23:38:53.396" v="758" actId="1038"/>
          <ac:spMkLst>
            <pc:docMk/>
            <pc:sldMk cId="3096440039" sldId="256"/>
            <ac:spMk id="75" creationId="{60172711-03B2-32CF-C061-31567CE47C15}"/>
          </ac:spMkLst>
        </pc:spChg>
        <pc:spChg chg="add mod">
          <ac:chgData name="Fatima Pillosu" userId="a6295d4dc9e22643" providerId="LiveId" clId="{87453732-75AC-4426-B5D3-B7C69C2D4F54}" dt="2025-12-14T23:38:53.396" v="758" actId="1038"/>
          <ac:spMkLst>
            <pc:docMk/>
            <pc:sldMk cId="3096440039" sldId="256"/>
            <ac:spMk id="76" creationId="{B3495175-0A51-CF36-4291-587782FDF417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80" creationId="{81D7482C-7968-507B-3F76-01C4F51801C2}"/>
          </ac:spMkLst>
        </pc:spChg>
        <pc:spChg chg="add mod">
          <ac:chgData name="Fatima Pillosu" userId="a6295d4dc9e22643" providerId="LiveId" clId="{87453732-75AC-4426-B5D3-B7C69C2D4F54}" dt="2025-12-14T23:38:53.396" v="758" actId="1038"/>
          <ac:spMkLst>
            <pc:docMk/>
            <pc:sldMk cId="3096440039" sldId="256"/>
            <ac:spMk id="81" creationId="{823EE30D-0158-F29A-2A1F-30F4B3056E5C}"/>
          </ac:spMkLst>
        </pc:spChg>
        <pc:spChg chg="add mod">
          <ac:chgData name="Fatima Pillosu" userId="a6295d4dc9e22643" providerId="LiveId" clId="{87453732-75AC-4426-B5D3-B7C69C2D4F54}" dt="2025-12-14T23:38:53.396" v="758" actId="1038"/>
          <ac:spMkLst>
            <pc:docMk/>
            <pc:sldMk cId="3096440039" sldId="256"/>
            <ac:spMk id="85" creationId="{B7F7B2BC-AB30-998D-9F91-6670BB90E3A2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86" creationId="{DC859816-5C13-9CCB-BA6B-7BCC4A1B0C78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90" creationId="{F460BF0F-8897-4E75-6164-A229E4793C7D}"/>
          </ac:spMkLst>
        </pc:spChg>
        <pc:spChg chg="add mod">
          <ac:chgData name="Fatima Pillosu" userId="a6295d4dc9e22643" providerId="LiveId" clId="{87453732-75AC-4426-B5D3-B7C69C2D4F54}" dt="2025-12-14T23:38:53.396" v="758" actId="1038"/>
          <ac:spMkLst>
            <pc:docMk/>
            <pc:sldMk cId="3096440039" sldId="256"/>
            <ac:spMk id="91" creationId="{A42DC3E9-7722-BCFB-29D2-7BBB4A5601CF}"/>
          </ac:spMkLst>
        </pc:spChg>
        <pc:spChg chg="add mod">
          <ac:chgData name="Fatima Pillosu" userId="a6295d4dc9e22643" providerId="LiveId" clId="{87453732-75AC-4426-B5D3-B7C69C2D4F54}" dt="2025-12-14T23:39:56.929" v="762" actId="571"/>
          <ac:spMkLst>
            <pc:docMk/>
            <pc:sldMk cId="3096440039" sldId="256"/>
            <ac:spMk id="93" creationId="{F93D6645-F340-5408-4808-2B4216662DFC}"/>
          </ac:spMkLst>
        </pc:spChg>
        <pc:spChg chg="add mod">
          <ac:chgData name="Fatima Pillosu" userId="a6295d4dc9e22643" providerId="LiveId" clId="{87453732-75AC-4426-B5D3-B7C69C2D4F54}" dt="2025-12-14T23:42:41.503" v="773" actId="207"/>
          <ac:spMkLst>
            <pc:docMk/>
            <pc:sldMk cId="3096440039" sldId="256"/>
            <ac:spMk id="94" creationId="{481ECEA3-BD70-9192-E1CB-0E9FFF7C5D92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95" creationId="{4BD1587F-82F5-27EF-A270-ACF702239162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96" creationId="{E64D21EC-5772-242C-00E6-A38A14496465}"/>
          </ac:spMkLst>
        </pc:spChg>
        <pc:spChg chg="add del mod">
          <ac:chgData name="Fatima Pillosu" userId="a6295d4dc9e22643" providerId="LiveId" clId="{87453732-75AC-4426-B5D3-B7C69C2D4F54}" dt="2025-12-14T23:47:23.272" v="923" actId="21"/>
          <ac:spMkLst>
            <pc:docMk/>
            <pc:sldMk cId="3096440039" sldId="256"/>
            <ac:spMk id="97" creationId="{E87C979C-9CF9-C7CD-A940-28C0D0ECC403}"/>
          </ac:spMkLst>
        </pc:spChg>
        <pc:spChg chg="add mod">
          <ac:chgData name="Fatima Pillosu" userId="a6295d4dc9e22643" providerId="LiveId" clId="{87453732-75AC-4426-B5D3-B7C69C2D4F54}" dt="2025-12-14T23:46:47.152" v="894" actId="1035"/>
          <ac:spMkLst>
            <pc:docMk/>
            <pc:sldMk cId="3096440039" sldId="256"/>
            <ac:spMk id="98" creationId="{B5623DE4-ADF2-9958-E0FF-010F7E53A054}"/>
          </ac:spMkLst>
        </pc:spChg>
        <pc:spChg chg="add del">
          <ac:chgData name="Fatima Pillosu" userId="a6295d4dc9e22643" providerId="LiveId" clId="{87453732-75AC-4426-B5D3-B7C69C2D4F54}" dt="2025-12-14T23:47:21.472" v="922" actId="478"/>
          <ac:spMkLst>
            <pc:docMk/>
            <pc:sldMk cId="3096440039" sldId="256"/>
            <ac:spMk id="99" creationId="{027ADD46-81B0-B2B5-4BAF-0B5AD0413C66}"/>
          </ac:spMkLst>
        </pc:spChg>
        <pc:spChg chg="add mod">
          <ac:chgData name="Fatima Pillosu" userId="a6295d4dc9e22643" providerId="LiveId" clId="{87453732-75AC-4426-B5D3-B7C69C2D4F54}" dt="2025-12-14T23:47:40.575" v="924"/>
          <ac:spMkLst>
            <pc:docMk/>
            <pc:sldMk cId="3096440039" sldId="256"/>
            <ac:spMk id="112" creationId="{89EC811D-84FE-396D-8734-6C44B515809F}"/>
          </ac:spMkLst>
        </pc:spChg>
        <pc:spChg chg="mod">
          <ac:chgData name="Fatima Pillosu" userId="a6295d4dc9e22643" providerId="LiveId" clId="{87453732-75AC-4426-B5D3-B7C69C2D4F54}" dt="2025-12-14T23:48:37.663" v="934" actId="1035"/>
          <ac:spMkLst>
            <pc:docMk/>
            <pc:sldMk cId="3096440039" sldId="256"/>
            <ac:spMk id="114" creationId="{B828C7F8-F2C8-3958-1CD5-A47F32C55B8E}"/>
          </ac:spMkLst>
        </pc:spChg>
        <pc:spChg chg="add mod">
          <ac:chgData name="Fatima Pillosu" userId="a6295d4dc9e22643" providerId="LiveId" clId="{87453732-75AC-4426-B5D3-B7C69C2D4F54}" dt="2025-12-14T23:47:40.575" v="924"/>
          <ac:spMkLst>
            <pc:docMk/>
            <pc:sldMk cId="3096440039" sldId="256"/>
            <ac:spMk id="116" creationId="{2EA7B6D2-8750-34C8-91FE-611CBA94446C}"/>
          </ac:spMkLst>
        </pc:spChg>
        <pc:spChg chg="add mod">
          <ac:chgData name="Fatima Pillosu" userId="a6295d4dc9e22643" providerId="LiveId" clId="{87453732-75AC-4426-B5D3-B7C69C2D4F54}" dt="2025-12-14T23:47:40.575" v="924"/>
          <ac:spMkLst>
            <pc:docMk/>
            <pc:sldMk cId="3096440039" sldId="256"/>
            <ac:spMk id="118" creationId="{F22F7377-5B71-FD42-E25F-C02537FA4C7F}"/>
          </ac:spMkLst>
        </pc:spChg>
        <pc:spChg chg="mod">
          <ac:chgData name="Fatima Pillosu" userId="a6295d4dc9e22643" providerId="LiveId" clId="{87453732-75AC-4426-B5D3-B7C69C2D4F54}" dt="2025-12-14T23:49:23.138" v="938" actId="12788"/>
          <ac:spMkLst>
            <pc:docMk/>
            <pc:sldMk cId="3096440039" sldId="256"/>
            <ac:spMk id="119" creationId="{F6AA1166-C5C5-BF73-09D2-7CE6CA276ADE}"/>
          </ac:spMkLst>
        </pc:spChg>
        <pc:spChg chg="mod">
          <ac:chgData name="Fatima Pillosu" userId="a6295d4dc9e22643" providerId="LiveId" clId="{87453732-75AC-4426-B5D3-B7C69C2D4F54}" dt="2025-12-14T23:49:27.765" v="939" actId="12788"/>
          <ac:spMkLst>
            <pc:docMk/>
            <pc:sldMk cId="3096440039" sldId="256"/>
            <ac:spMk id="121" creationId="{9CF54239-24FD-8266-3F75-BCCBBDFFE7F2}"/>
          </ac:spMkLst>
        </pc:spChg>
        <pc:spChg chg="add mod">
          <ac:chgData name="Fatima Pillosu" userId="a6295d4dc9e22643" providerId="LiveId" clId="{87453732-75AC-4426-B5D3-B7C69C2D4F54}" dt="2025-12-14T23:49:33.286" v="940" actId="12788"/>
          <ac:spMkLst>
            <pc:docMk/>
            <pc:sldMk cId="3096440039" sldId="256"/>
            <ac:spMk id="123" creationId="{93DBE227-AF0E-E372-F1FA-8438A055DF0A}"/>
          </ac:spMkLst>
        </pc:spChg>
        <pc:spChg chg="add mod">
          <ac:chgData name="Fatima Pillosu" userId="a6295d4dc9e22643" providerId="LiveId" clId="{87453732-75AC-4426-B5D3-B7C69C2D4F54}" dt="2025-12-14T23:47:40.575" v="924"/>
          <ac:spMkLst>
            <pc:docMk/>
            <pc:sldMk cId="3096440039" sldId="256"/>
            <ac:spMk id="128" creationId="{60172711-03B2-32CF-C061-31567CE47C15}"/>
          </ac:spMkLst>
        </pc:spChg>
        <pc:spChg chg="add mod">
          <ac:chgData name="Fatima Pillosu" userId="a6295d4dc9e22643" providerId="LiveId" clId="{87453732-75AC-4426-B5D3-B7C69C2D4F54}" dt="2025-12-14T23:47:40.575" v="924"/>
          <ac:spMkLst>
            <pc:docMk/>
            <pc:sldMk cId="3096440039" sldId="256"/>
            <ac:spMk id="133" creationId="{81D7482C-7968-507B-3F76-01C4F51801C2}"/>
          </ac:spMkLst>
        </pc:spChg>
        <pc:spChg chg="add mod">
          <ac:chgData name="Fatima Pillosu" userId="a6295d4dc9e22643" providerId="LiveId" clId="{87453732-75AC-4426-B5D3-B7C69C2D4F54}" dt="2025-12-14T23:48:37.663" v="934" actId="1035"/>
          <ac:spMkLst>
            <pc:docMk/>
            <pc:sldMk cId="3096440039" sldId="256"/>
            <ac:spMk id="138" creationId="{B7F7B2BC-AB30-998D-9F91-6670BB90E3A2}"/>
          </ac:spMkLst>
        </pc:spChg>
        <pc:spChg chg="mod">
          <ac:chgData name="Fatima Pillosu" userId="a6295d4dc9e22643" providerId="LiveId" clId="{87453732-75AC-4426-B5D3-B7C69C2D4F54}" dt="2025-12-14T23:48:37.663" v="934" actId="1035"/>
          <ac:spMkLst>
            <pc:docMk/>
            <pc:sldMk cId="3096440039" sldId="256"/>
            <ac:spMk id="139" creationId="{DC859816-5C13-9CCB-BA6B-7BCC4A1B0C78}"/>
          </ac:spMkLst>
        </pc:spChg>
        <pc:spChg chg="add mod">
          <ac:chgData name="Fatima Pillosu" userId="a6295d4dc9e22643" providerId="LiveId" clId="{87453732-75AC-4426-B5D3-B7C69C2D4F54}" dt="2025-12-14T23:47:40.575" v="924"/>
          <ac:spMkLst>
            <pc:docMk/>
            <pc:sldMk cId="3096440039" sldId="256"/>
            <ac:spMk id="144" creationId="{A42DC3E9-7722-BCFB-29D2-7BBB4A5601CF}"/>
          </ac:spMkLst>
        </pc:spChg>
        <pc:spChg chg="mod">
          <ac:chgData name="Fatima Pillosu" userId="a6295d4dc9e22643" providerId="LiveId" clId="{87453732-75AC-4426-B5D3-B7C69C2D4F54}" dt="2025-12-14T23:50:08.862" v="950" actId="554"/>
          <ac:spMkLst>
            <pc:docMk/>
            <pc:sldMk cId="3096440039" sldId="256"/>
            <ac:spMk id="145" creationId="{481ECEA3-BD70-9192-E1CB-0E9FFF7C5D92}"/>
          </ac:spMkLst>
        </pc:spChg>
        <pc:spChg chg="add mod">
          <ac:chgData name="Fatima Pillosu" userId="a6295d4dc9e22643" providerId="LiveId" clId="{87453732-75AC-4426-B5D3-B7C69C2D4F54}" dt="2025-12-14T23:50:08.862" v="950" actId="554"/>
          <ac:spMkLst>
            <pc:docMk/>
            <pc:sldMk cId="3096440039" sldId="256"/>
            <ac:spMk id="146" creationId="{4BD1587F-82F5-27EF-A270-ACF702239162}"/>
          </ac:spMkLst>
        </pc:spChg>
        <pc:spChg chg="mod">
          <ac:chgData name="Fatima Pillosu" userId="a6295d4dc9e22643" providerId="LiveId" clId="{87453732-75AC-4426-B5D3-B7C69C2D4F54}" dt="2025-12-14T23:49:52.719" v="942" actId="553"/>
          <ac:spMkLst>
            <pc:docMk/>
            <pc:sldMk cId="3096440039" sldId="256"/>
            <ac:spMk id="147" creationId="{E64D21EC-5772-242C-00E6-A38A14496465}"/>
          </ac:spMkLst>
        </pc:spChg>
        <pc:spChg chg="mod">
          <ac:chgData name="Fatima Pillosu" userId="a6295d4dc9e22643" providerId="LiveId" clId="{87453732-75AC-4426-B5D3-B7C69C2D4F54}" dt="2025-12-14T23:49:39.611" v="941" actId="12788"/>
          <ac:spMkLst>
            <pc:docMk/>
            <pc:sldMk cId="3096440039" sldId="256"/>
            <ac:spMk id="148" creationId="{E87C979C-9CF9-C7CD-A940-28C0D0ECC403}"/>
          </ac:spMkLst>
        </pc:spChg>
        <pc:spChg chg="add mod">
          <ac:chgData name="Fatima Pillosu" userId="a6295d4dc9e22643" providerId="LiveId" clId="{87453732-75AC-4426-B5D3-B7C69C2D4F54}" dt="2025-12-14T23:49:39.611" v="941" actId="12788"/>
          <ac:spMkLst>
            <pc:docMk/>
            <pc:sldMk cId="3096440039" sldId="256"/>
            <ac:spMk id="149" creationId="{B5623DE4-ADF2-9958-E0FF-010F7E53A054}"/>
          </ac:spMkLst>
        </pc:spChg>
        <pc:picChg chg="del">
          <ac:chgData name="Fatima Pillosu" userId="a6295d4dc9e22643" providerId="LiveId" clId="{87453732-75AC-4426-B5D3-B7C69C2D4F54}" dt="2025-12-14T23:01:10.799" v="6" actId="478"/>
          <ac:picMkLst>
            <pc:docMk/>
            <pc:sldMk cId="3096440039" sldId="256"/>
            <ac:picMk id="3" creationId="{EEFCE80B-D682-EA22-B390-B5344668CE53}"/>
          </ac:picMkLst>
        </pc:picChg>
        <pc:picChg chg="del">
          <ac:chgData name="Fatima Pillosu" userId="a6295d4dc9e22643" providerId="LiveId" clId="{87453732-75AC-4426-B5D3-B7C69C2D4F54}" dt="2025-12-14T22:49:42.638" v="0" actId="478"/>
          <ac:picMkLst>
            <pc:docMk/>
            <pc:sldMk cId="3096440039" sldId="256"/>
            <ac:picMk id="5" creationId="{0ABB8AC9-4947-5A11-D69C-D27C955E9864}"/>
          </ac:picMkLst>
        </pc:picChg>
        <pc:picChg chg="del">
          <ac:chgData name="Fatima Pillosu" userId="a6295d4dc9e22643" providerId="LiveId" clId="{87453732-75AC-4426-B5D3-B7C69C2D4F54}" dt="2025-12-14T22:49:42.638" v="0" actId="478"/>
          <ac:picMkLst>
            <pc:docMk/>
            <pc:sldMk cId="3096440039" sldId="256"/>
            <ac:picMk id="7" creationId="{FC0E4B65-A3FA-D66F-5A21-36AB8504DB6D}"/>
          </ac:picMkLst>
        </pc:picChg>
        <pc:picChg chg="del">
          <ac:chgData name="Fatima Pillosu" userId="a6295d4dc9e22643" providerId="LiveId" clId="{87453732-75AC-4426-B5D3-B7C69C2D4F54}" dt="2025-12-14T22:49:42.638" v="0" actId="478"/>
          <ac:picMkLst>
            <pc:docMk/>
            <pc:sldMk cId="3096440039" sldId="256"/>
            <ac:picMk id="9" creationId="{EA790867-74B5-A74A-09BC-84EFF6FA5FC5}"/>
          </ac:picMkLst>
        </pc:picChg>
        <pc:picChg chg="add del mod">
          <ac:chgData name="Fatima Pillosu" userId="a6295d4dc9e22643" providerId="LiveId" clId="{87453732-75AC-4426-B5D3-B7C69C2D4F54}" dt="2025-12-14T23:01:08.910" v="5" actId="478"/>
          <ac:picMkLst>
            <pc:docMk/>
            <pc:sldMk cId="3096440039" sldId="256"/>
            <ac:picMk id="11" creationId="{237C5F2B-A307-20B4-6595-705BCA4F5A4B}"/>
          </ac:picMkLst>
        </pc:picChg>
        <pc:picChg chg="add del mod">
          <ac:chgData name="Fatima Pillosu" userId="a6295d4dc9e22643" providerId="LiveId" clId="{87453732-75AC-4426-B5D3-B7C69C2D4F54}" dt="2025-12-14T23:01:53.295" v="17" actId="478"/>
          <ac:picMkLst>
            <pc:docMk/>
            <pc:sldMk cId="3096440039" sldId="256"/>
            <ac:picMk id="13" creationId="{2D55C6F8-9955-EDDC-2396-EBD97844B130}"/>
          </ac:picMkLst>
        </pc:picChg>
        <pc:picChg chg="add del mod">
          <ac:chgData name="Fatima Pillosu" userId="a6295d4dc9e22643" providerId="LiveId" clId="{87453732-75AC-4426-B5D3-B7C69C2D4F54}" dt="2025-12-14T23:01:53.295" v="17" actId="478"/>
          <ac:picMkLst>
            <pc:docMk/>
            <pc:sldMk cId="3096440039" sldId="256"/>
            <ac:picMk id="15" creationId="{A1FC8394-B5FF-B424-DD80-B31091CC6F84}"/>
          </ac:picMkLst>
        </pc:picChg>
        <pc:picChg chg="add del mod">
          <ac:chgData name="Fatima Pillosu" userId="a6295d4dc9e22643" providerId="LiveId" clId="{87453732-75AC-4426-B5D3-B7C69C2D4F54}" dt="2025-12-14T23:01:53.295" v="17" actId="478"/>
          <ac:picMkLst>
            <pc:docMk/>
            <pc:sldMk cId="3096440039" sldId="256"/>
            <ac:picMk id="17" creationId="{88042170-67BB-B0B6-DF15-540CBA86DCC9}"/>
          </ac:picMkLst>
        </pc:picChg>
        <pc:picChg chg="add del mod">
          <ac:chgData name="Fatima Pillosu" userId="a6295d4dc9e22643" providerId="LiveId" clId="{87453732-75AC-4426-B5D3-B7C69C2D4F54}" dt="2025-12-14T23:01:53.295" v="17" actId="478"/>
          <ac:picMkLst>
            <pc:docMk/>
            <pc:sldMk cId="3096440039" sldId="256"/>
            <ac:picMk id="19" creationId="{A46E278A-C6A2-781B-F625-58465ACBBD3D}"/>
          </ac:picMkLst>
        </pc:picChg>
        <pc:picChg chg="add mod ord">
          <ac:chgData name="Fatima Pillosu" userId="a6295d4dc9e22643" providerId="LiveId" clId="{87453732-75AC-4426-B5D3-B7C69C2D4F54}" dt="2025-12-14T23:16:56.137" v="194" actId="12788"/>
          <ac:picMkLst>
            <pc:docMk/>
            <pc:sldMk cId="3096440039" sldId="256"/>
            <ac:picMk id="21" creationId="{13571B79-14A1-0331-F52C-4CC916E08868}"/>
          </ac:picMkLst>
        </pc:picChg>
        <pc:picChg chg="add mod ord">
          <ac:chgData name="Fatima Pillosu" userId="a6295d4dc9e22643" providerId="LiveId" clId="{87453732-75AC-4426-B5D3-B7C69C2D4F54}" dt="2025-12-14T23:16:56.137" v="194" actId="12788"/>
          <ac:picMkLst>
            <pc:docMk/>
            <pc:sldMk cId="3096440039" sldId="256"/>
            <ac:picMk id="23" creationId="{52C8C5A7-5857-4340-E26C-6F37E0D8545B}"/>
          </ac:picMkLst>
        </pc:picChg>
        <pc:picChg chg="add mod ord">
          <ac:chgData name="Fatima Pillosu" userId="a6295d4dc9e22643" providerId="LiveId" clId="{87453732-75AC-4426-B5D3-B7C69C2D4F54}" dt="2025-12-14T23:16:56.137" v="194" actId="12788"/>
          <ac:picMkLst>
            <pc:docMk/>
            <pc:sldMk cId="3096440039" sldId="256"/>
            <ac:picMk id="25" creationId="{BC923753-1259-A456-AA32-77792A8F05AB}"/>
          </ac:picMkLst>
        </pc:picChg>
        <pc:picChg chg="add mod ord">
          <ac:chgData name="Fatima Pillosu" userId="a6295d4dc9e22643" providerId="LiveId" clId="{87453732-75AC-4426-B5D3-B7C69C2D4F54}" dt="2025-12-14T23:16:56.137" v="194" actId="12788"/>
          <ac:picMkLst>
            <pc:docMk/>
            <pc:sldMk cId="3096440039" sldId="256"/>
            <ac:picMk id="27" creationId="{20266AAE-DD67-72E1-E053-B7B9E7AE53E1}"/>
          </ac:picMkLst>
        </pc:picChg>
        <pc:picChg chg="add mod">
          <ac:chgData name="Fatima Pillosu" userId="a6295d4dc9e22643" providerId="LiveId" clId="{87453732-75AC-4426-B5D3-B7C69C2D4F54}" dt="2025-12-14T23:16:27.219" v="191" actId="1037"/>
          <ac:picMkLst>
            <pc:docMk/>
            <pc:sldMk cId="3096440039" sldId="256"/>
            <ac:picMk id="29" creationId="{6406F669-FAF5-D29C-D645-BBF6B26FC2EC}"/>
          </ac:picMkLst>
        </pc:picChg>
        <pc:picChg chg="add mod">
          <ac:chgData name="Fatima Pillosu" userId="a6295d4dc9e22643" providerId="LiveId" clId="{87453732-75AC-4426-B5D3-B7C69C2D4F54}" dt="2025-12-14T23:05:25.257" v="82" actId="1038"/>
          <ac:picMkLst>
            <pc:docMk/>
            <pc:sldMk cId="3096440039" sldId="256"/>
            <ac:picMk id="31" creationId="{D04EFE78-F502-4C46-F1C4-BF301410F29B}"/>
          </ac:picMkLst>
        </pc:picChg>
        <pc:picChg chg="add mod">
          <ac:chgData name="Fatima Pillosu" userId="a6295d4dc9e22643" providerId="LiveId" clId="{87453732-75AC-4426-B5D3-B7C69C2D4F54}" dt="2025-12-14T23:16:27.219" v="191" actId="1037"/>
          <ac:picMkLst>
            <pc:docMk/>
            <pc:sldMk cId="3096440039" sldId="256"/>
            <ac:picMk id="33" creationId="{E176A51D-8870-C77B-5861-34BEA003A7B0}"/>
          </ac:picMkLst>
        </pc:picChg>
        <pc:picChg chg="add mod">
          <ac:chgData name="Fatima Pillosu" userId="a6295d4dc9e22643" providerId="LiveId" clId="{87453732-75AC-4426-B5D3-B7C69C2D4F54}" dt="2025-12-14T23:16:27.219" v="191" actId="1037"/>
          <ac:picMkLst>
            <pc:docMk/>
            <pc:sldMk cId="3096440039" sldId="256"/>
            <ac:picMk id="35" creationId="{02F8A407-CA0B-7455-FBCA-6882901E0268}"/>
          </ac:picMkLst>
        </pc:picChg>
        <pc:picChg chg="add mod ord">
          <ac:chgData name="Fatima Pillosu" userId="a6295d4dc9e22643" providerId="LiveId" clId="{87453732-75AC-4426-B5D3-B7C69C2D4F54}" dt="2025-12-14T23:16:27.219" v="191" actId="1037"/>
          <ac:picMkLst>
            <pc:docMk/>
            <pc:sldMk cId="3096440039" sldId="256"/>
            <ac:picMk id="37" creationId="{5F8CDBC8-2A02-7688-E1D9-0BC049626EDA}"/>
          </ac:picMkLst>
        </pc:picChg>
        <pc:picChg chg="add mod ord">
          <ac:chgData name="Fatima Pillosu" userId="a6295d4dc9e22643" providerId="LiveId" clId="{87453732-75AC-4426-B5D3-B7C69C2D4F54}" dt="2025-12-14T23:07:27.021" v="121" actId="1037"/>
          <ac:picMkLst>
            <pc:docMk/>
            <pc:sldMk cId="3096440039" sldId="256"/>
            <ac:picMk id="39" creationId="{FD5ACBFB-8455-B4CC-4658-186C641FE0D4}"/>
          </ac:picMkLst>
        </pc:picChg>
        <pc:picChg chg="add mod ord">
          <ac:chgData name="Fatima Pillosu" userId="a6295d4dc9e22643" providerId="LiveId" clId="{87453732-75AC-4426-B5D3-B7C69C2D4F54}" dt="2025-12-14T23:16:27.219" v="191" actId="1037"/>
          <ac:picMkLst>
            <pc:docMk/>
            <pc:sldMk cId="3096440039" sldId="256"/>
            <ac:picMk id="41" creationId="{B015F0F8-B5E0-9A6B-BBAA-119690124CCF}"/>
          </ac:picMkLst>
        </pc:picChg>
        <pc:picChg chg="add mod ord">
          <ac:chgData name="Fatima Pillosu" userId="a6295d4dc9e22643" providerId="LiveId" clId="{87453732-75AC-4426-B5D3-B7C69C2D4F54}" dt="2025-12-14T23:16:27.219" v="191" actId="1037"/>
          <ac:picMkLst>
            <pc:docMk/>
            <pc:sldMk cId="3096440039" sldId="256"/>
            <ac:picMk id="43" creationId="{13CEC14E-090E-06B1-9821-93A9F073E1A4}"/>
          </ac:picMkLst>
        </pc:picChg>
        <pc:picChg chg="mod">
          <ac:chgData name="Fatima Pillosu" userId="a6295d4dc9e22643" providerId="LiveId" clId="{87453732-75AC-4426-B5D3-B7C69C2D4F54}" dt="2025-12-14T23:48:58.676" v="937" actId="552"/>
          <ac:picMkLst>
            <pc:docMk/>
            <pc:sldMk cId="3096440039" sldId="256"/>
            <ac:picMk id="100" creationId="{5F8CDBC8-2A02-7688-E1D9-0BC049626EDA}"/>
          </ac:picMkLst>
        </pc:picChg>
        <pc:picChg chg="mod">
          <ac:chgData name="Fatima Pillosu" userId="a6295d4dc9e22643" providerId="LiveId" clId="{87453732-75AC-4426-B5D3-B7C69C2D4F54}" dt="2025-12-14T23:48:58.676" v="937" actId="552"/>
          <ac:picMkLst>
            <pc:docMk/>
            <pc:sldMk cId="3096440039" sldId="256"/>
            <ac:picMk id="101" creationId="{B015F0F8-B5E0-9A6B-BBAA-119690124CCF}"/>
          </ac:picMkLst>
        </pc:picChg>
        <pc:picChg chg="mod">
          <ac:chgData name="Fatima Pillosu" userId="a6295d4dc9e22643" providerId="LiveId" clId="{87453732-75AC-4426-B5D3-B7C69C2D4F54}" dt="2025-12-14T23:48:58.676" v="937" actId="552"/>
          <ac:picMkLst>
            <pc:docMk/>
            <pc:sldMk cId="3096440039" sldId="256"/>
            <ac:picMk id="102" creationId="{FD5ACBFB-8455-B4CC-4658-186C641FE0D4}"/>
          </ac:picMkLst>
        </pc:picChg>
        <pc:picChg chg="mod">
          <ac:chgData name="Fatima Pillosu" userId="a6295d4dc9e22643" providerId="LiveId" clId="{87453732-75AC-4426-B5D3-B7C69C2D4F54}" dt="2025-12-14T23:48:58.676" v="937" actId="552"/>
          <ac:picMkLst>
            <pc:docMk/>
            <pc:sldMk cId="3096440039" sldId="256"/>
            <ac:picMk id="103" creationId="{13CEC14E-090E-06B1-9821-93A9F073E1A4}"/>
          </ac:picMkLst>
        </pc:picChg>
        <pc:picChg chg="mod">
          <ac:chgData name="Fatima Pillosu" userId="a6295d4dc9e22643" providerId="LiveId" clId="{87453732-75AC-4426-B5D3-B7C69C2D4F54}" dt="2025-12-14T23:48:52.140" v="936" actId="552"/>
          <ac:picMkLst>
            <pc:docMk/>
            <pc:sldMk cId="3096440039" sldId="256"/>
            <ac:picMk id="104" creationId="{6406F669-FAF5-D29C-D645-BBF6B26FC2EC}"/>
          </ac:picMkLst>
        </pc:picChg>
        <pc:picChg chg="mod">
          <ac:chgData name="Fatima Pillosu" userId="a6295d4dc9e22643" providerId="LiveId" clId="{87453732-75AC-4426-B5D3-B7C69C2D4F54}" dt="2025-12-14T23:48:52.140" v="936" actId="552"/>
          <ac:picMkLst>
            <pc:docMk/>
            <pc:sldMk cId="3096440039" sldId="256"/>
            <ac:picMk id="105" creationId="{D04EFE78-F502-4C46-F1C4-BF301410F29B}"/>
          </ac:picMkLst>
        </pc:picChg>
        <pc:picChg chg="mod">
          <ac:chgData name="Fatima Pillosu" userId="a6295d4dc9e22643" providerId="LiveId" clId="{87453732-75AC-4426-B5D3-B7C69C2D4F54}" dt="2025-12-14T23:48:52.140" v="936" actId="552"/>
          <ac:picMkLst>
            <pc:docMk/>
            <pc:sldMk cId="3096440039" sldId="256"/>
            <ac:picMk id="106" creationId="{E176A51D-8870-C77B-5861-34BEA003A7B0}"/>
          </ac:picMkLst>
        </pc:picChg>
        <pc:picChg chg="mod">
          <ac:chgData name="Fatima Pillosu" userId="a6295d4dc9e22643" providerId="LiveId" clId="{87453732-75AC-4426-B5D3-B7C69C2D4F54}" dt="2025-12-14T23:48:52.140" v="936" actId="552"/>
          <ac:picMkLst>
            <pc:docMk/>
            <pc:sldMk cId="3096440039" sldId="256"/>
            <ac:picMk id="107" creationId="{02F8A407-CA0B-7455-FBCA-6882901E0268}"/>
          </ac:picMkLst>
        </pc:picChg>
        <pc:picChg chg="mod">
          <ac:chgData name="Fatima Pillosu" userId="a6295d4dc9e22643" providerId="LiveId" clId="{87453732-75AC-4426-B5D3-B7C69C2D4F54}" dt="2025-12-14T23:48:46.479" v="935" actId="552"/>
          <ac:picMkLst>
            <pc:docMk/>
            <pc:sldMk cId="3096440039" sldId="256"/>
            <ac:picMk id="108" creationId="{13571B79-14A1-0331-F52C-4CC916E08868}"/>
          </ac:picMkLst>
        </pc:picChg>
        <pc:picChg chg="mod">
          <ac:chgData name="Fatima Pillosu" userId="a6295d4dc9e22643" providerId="LiveId" clId="{87453732-75AC-4426-B5D3-B7C69C2D4F54}" dt="2025-12-14T23:48:46.479" v="935" actId="552"/>
          <ac:picMkLst>
            <pc:docMk/>
            <pc:sldMk cId="3096440039" sldId="256"/>
            <ac:picMk id="109" creationId="{52C8C5A7-5857-4340-E26C-6F37E0D8545B}"/>
          </ac:picMkLst>
        </pc:picChg>
        <pc:picChg chg="mod">
          <ac:chgData name="Fatima Pillosu" userId="a6295d4dc9e22643" providerId="LiveId" clId="{87453732-75AC-4426-B5D3-B7C69C2D4F54}" dt="2025-12-14T23:48:46.479" v="935" actId="552"/>
          <ac:picMkLst>
            <pc:docMk/>
            <pc:sldMk cId="3096440039" sldId="256"/>
            <ac:picMk id="110" creationId="{BC923753-1259-A456-AA32-77792A8F05AB}"/>
          </ac:picMkLst>
        </pc:picChg>
        <pc:picChg chg="mod">
          <ac:chgData name="Fatima Pillosu" userId="a6295d4dc9e22643" providerId="LiveId" clId="{87453732-75AC-4426-B5D3-B7C69C2D4F54}" dt="2025-12-14T23:48:46.479" v="935" actId="552"/>
          <ac:picMkLst>
            <pc:docMk/>
            <pc:sldMk cId="3096440039" sldId="256"/>
            <ac:picMk id="111" creationId="{20266AAE-DD67-72E1-E053-B7B9E7AE53E1}"/>
          </ac:picMkLst>
        </pc:picChg>
        <pc:cxnChg chg="add mod">
          <ac:chgData name="Fatima Pillosu" userId="a6295d4dc9e22643" providerId="LiveId" clId="{87453732-75AC-4426-B5D3-B7C69C2D4F54}" dt="2025-12-14T23:46:47.152" v="894" actId="1035"/>
          <ac:cxnSpMkLst>
            <pc:docMk/>
            <pc:sldMk cId="3096440039" sldId="256"/>
            <ac:cxnSpMk id="53" creationId="{667538BF-E014-59AD-A5C6-834027553BD1}"/>
          </ac:cxnSpMkLst>
        </pc:cxnChg>
        <pc:cxnChg chg="add mod">
          <ac:chgData name="Fatima Pillosu" userId="a6295d4dc9e22643" providerId="LiveId" clId="{87453732-75AC-4426-B5D3-B7C69C2D4F54}" dt="2025-12-14T23:46:47.152" v="894" actId="1035"/>
          <ac:cxnSpMkLst>
            <pc:docMk/>
            <pc:sldMk cId="3096440039" sldId="256"/>
            <ac:cxnSpMk id="55" creationId="{7353E484-BC37-5A96-D9B5-DFA6E8A73CFA}"/>
          </ac:cxnSpMkLst>
        </pc:cxnChg>
        <pc:cxnChg chg="add mod">
          <ac:chgData name="Fatima Pillosu" userId="a6295d4dc9e22643" providerId="LiveId" clId="{87453732-75AC-4426-B5D3-B7C69C2D4F54}" dt="2025-12-14T23:46:47.152" v="894" actId="1035"/>
          <ac:cxnSpMkLst>
            <pc:docMk/>
            <pc:sldMk cId="3096440039" sldId="256"/>
            <ac:cxnSpMk id="57" creationId="{901FBF9B-81C8-BCAB-0584-BB7568917A50}"/>
          </ac:cxnSpMkLst>
        </pc:cxnChg>
        <pc:cxnChg chg="add mod">
          <ac:chgData name="Fatima Pillosu" userId="a6295d4dc9e22643" providerId="LiveId" clId="{87453732-75AC-4426-B5D3-B7C69C2D4F54}" dt="2025-12-14T23:38:18.926" v="751" actId="14100"/>
          <ac:cxnSpMkLst>
            <pc:docMk/>
            <pc:sldMk cId="3096440039" sldId="256"/>
            <ac:cxnSpMk id="68" creationId="{91582439-DC74-B75A-5A48-357D9F77C534}"/>
          </ac:cxnSpMkLst>
        </pc:cxnChg>
        <pc:cxnChg chg="add mod">
          <ac:chgData name="Fatima Pillosu" userId="a6295d4dc9e22643" providerId="LiveId" clId="{87453732-75AC-4426-B5D3-B7C69C2D4F54}" dt="2025-12-14T23:39:19.010" v="759" actId="14100"/>
          <ac:cxnSpMkLst>
            <pc:docMk/>
            <pc:sldMk cId="3096440039" sldId="256"/>
            <ac:cxnSpMk id="69" creationId="{081CB5C0-F4CC-6D57-F8E4-93BDD876E52C}"/>
          </ac:cxnSpMkLst>
        </pc:cxnChg>
        <pc:cxnChg chg="add mod">
          <ac:chgData name="Fatima Pillosu" userId="a6295d4dc9e22643" providerId="LiveId" clId="{87453732-75AC-4426-B5D3-B7C69C2D4F54}" dt="2025-12-14T23:40:34.208" v="768" actId="1036"/>
          <ac:cxnSpMkLst>
            <pc:docMk/>
            <pc:sldMk cId="3096440039" sldId="256"/>
            <ac:cxnSpMk id="72" creationId="{06C28BBA-69A8-134A-2FD7-024188CBF2C9}"/>
          </ac:cxnSpMkLst>
        </pc:cxnChg>
        <pc:cxnChg chg="add mod">
          <ac:chgData name="Fatima Pillosu" userId="a6295d4dc9e22643" providerId="LiveId" clId="{87453732-75AC-4426-B5D3-B7C69C2D4F54}" dt="2025-12-14T23:38:18.926" v="751" actId="14100"/>
          <ac:cxnSpMkLst>
            <pc:docMk/>
            <pc:sldMk cId="3096440039" sldId="256"/>
            <ac:cxnSpMk id="77" creationId="{6A57A3BC-A679-0F0A-07C4-0AA5DF4082C7}"/>
          </ac:cxnSpMkLst>
        </pc:cxnChg>
        <pc:cxnChg chg="add mod">
          <ac:chgData name="Fatima Pillosu" userId="a6295d4dc9e22643" providerId="LiveId" clId="{87453732-75AC-4426-B5D3-B7C69C2D4F54}" dt="2025-12-14T23:39:45.523" v="760" actId="14100"/>
          <ac:cxnSpMkLst>
            <pc:docMk/>
            <pc:sldMk cId="3096440039" sldId="256"/>
            <ac:cxnSpMk id="78" creationId="{5C4FC198-D868-3D36-5B81-41EE8FB6B9BB}"/>
          </ac:cxnSpMkLst>
        </pc:cxnChg>
        <pc:cxnChg chg="add mod">
          <ac:chgData name="Fatima Pillosu" userId="a6295d4dc9e22643" providerId="LiveId" clId="{87453732-75AC-4426-B5D3-B7C69C2D4F54}" dt="2025-12-14T23:40:34.208" v="768" actId="1036"/>
          <ac:cxnSpMkLst>
            <pc:docMk/>
            <pc:sldMk cId="3096440039" sldId="256"/>
            <ac:cxnSpMk id="79" creationId="{CB6BB438-C8A3-03F6-D7E3-9AB4B2E01269}"/>
          </ac:cxnSpMkLst>
        </pc:cxnChg>
        <pc:cxnChg chg="add mod">
          <ac:chgData name="Fatima Pillosu" userId="a6295d4dc9e22643" providerId="LiveId" clId="{87453732-75AC-4426-B5D3-B7C69C2D4F54}" dt="2025-12-14T23:38:18.926" v="751" actId="14100"/>
          <ac:cxnSpMkLst>
            <pc:docMk/>
            <pc:sldMk cId="3096440039" sldId="256"/>
            <ac:cxnSpMk id="82" creationId="{6231FE6D-B479-7BC9-0342-B019700DE926}"/>
          </ac:cxnSpMkLst>
        </pc:cxnChg>
        <pc:cxnChg chg="add mod">
          <ac:chgData name="Fatima Pillosu" userId="a6295d4dc9e22643" providerId="LiveId" clId="{87453732-75AC-4426-B5D3-B7C69C2D4F54}" dt="2025-12-14T23:39:45.523" v="760" actId="14100"/>
          <ac:cxnSpMkLst>
            <pc:docMk/>
            <pc:sldMk cId="3096440039" sldId="256"/>
            <ac:cxnSpMk id="83" creationId="{59BB2788-4FE8-E680-E509-DFB1F901E1A5}"/>
          </ac:cxnSpMkLst>
        </pc:cxnChg>
        <pc:cxnChg chg="add mod">
          <ac:chgData name="Fatima Pillosu" userId="a6295d4dc9e22643" providerId="LiveId" clId="{87453732-75AC-4426-B5D3-B7C69C2D4F54}" dt="2025-12-14T23:40:34.208" v="768" actId="1036"/>
          <ac:cxnSpMkLst>
            <pc:docMk/>
            <pc:sldMk cId="3096440039" sldId="256"/>
            <ac:cxnSpMk id="84" creationId="{217D4B6C-E2D7-F9DD-FF85-26DA8D74B077}"/>
          </ac:cxnSpMkLst>
        </pc:cxnChg>
        <pc:cxnChg chg="add mod">
          <ac:chgData name="Fatima Pillosu" userId="a6295d4dc9e22643" providerId="LiveId" clId="{87453732-75AC-4426-B5D3-B7C69C2D4F54}" dt="2025-12-14T23:38:18.926" v="751" actId="14100"/>
          <ac:cxnSpMkLst>
            <pc:docMk/>
            <pc:sldMk cId="3096440039" sldId="256"/>
            <ac:cxnSpMk id="87" creationId="{D71F038F-F424-99B8-04D9-6D098D6D0640}"/>
          </ac:cxnSpMkLst>
        </pc:cxnChg>
        <pc:cxnChg chg="add mod">
          <ac:chgData name="Fatima Pillosu" userId="a6295d4dc9e22643" providerId="LiveId" clId="{87453732-75AC-4426-B5D3-B7C69C2D4F54}" dt="2025-12-14T23:39:45.523" v="760" actId="14100"/>
          <ac:cxnSpMkLst>
            <pc:docMk/>
            <pc:sldMk cId="3096440039" sldId="256"/>
            <ac:cxnSpMk id="88" creationId="{01483C9A-4B75-AC1C-2291-2163909393FE}"/>
          </ac:cxnSpMkLst>
        </pc:cxnChg>
        <pc:cxnChg chg="add mod">
          <ac:chgData name="Fatima Pillosu" userId="a6295d4dc9e22643" providerId="LiveId" clId="{87453732-75AC-4426-B5D3-B7C69C2D4F54}" dt="2025-12-14T23:40:34.208" v="768" actId="1036"/>
          <ac:cxnSpMkLst>
            <pc:docMk/>
            <pc:sldMk cId="3096440039" sldId="256"/>
            <ac:cxnSpMk id="89" creationId="{B0CE4BD0-40ED-57D5-2A32-128AEB1BE4FB}"/>
          </ac:cxnSpMkLst>
        </pc:cxnChg>
        <pc:cxnChg chg="add mod">
          <ac:chgData name="Fatima Pillosu" userId="a6295d4dc9e22643" providerId="LiveId" clId="{87453732-75AC-4426-B5D3-B7C69C2D4F54}" dt="2025-12-14T23:39:56.929" v="762" actId="571"/>
          <ac:cxnSpMkLst>
            <pc:docMk/>
            <pc:sldMk cId="3096440039" sldId="256"/>
            <ac:cxnSpMk id="92" creationId="{8D234E74-EB61-5DF1-D8D4-CA28834AB84F}"/>
          </ac:cxnSpMkLst>
        </pc:cxnChg>
        <pc:cxnChg chg="mod">
          <ac:chgData name="Fatima Pillosu" userId="a6295d4dc9e22643" providerId="LiveId" clId="{87453732-75AC-4426-B5D3-B7C69C2D4F54}" dt="2025-12-14T23:49:23.138" v="938" actId="12788"/>
          <ac:cxnSpMkLst>
            <pc:docMk/>
            <pc:sldMk cId="3096440039" sldId="256"/>
            <ac:cxnSpMk id="120" creationId="{667538BF-E014-59AD-A5C6-834027553BD1}"/>
          </ac:cxnSpMkLst>
        </pc:cxnChg>
        <pc:cxnChg chg="mod">
          <ac:chgData name="Fatima Pillosu" userId="a6295d4dc9e22643" providerId="LiveId" clId="{87453732-75AC-4426-B5D3-B7C69C2D4F54}" dt="2025-12-14T23:49:27.765" v="939" actId="12788"/>
          <ac:cxnSpMkLst>
            <pc:docMk/>
            <pc:sldMk cId="3096440039" sldId="256"/>
            <ac:cxnSpMk id="122" creationId="{7353E484-BC37-5A96-D9B5-DFA6E8A73CFA}"/>
          </ac:cxnSpMkLst>
        </pc:cxnChg>
        <pc:cxnChg chg="mod">
          <ac:chgData name="Fatima Pillosu" userId="a6295d4dc9e22643" providerId="LiveId" clId="{87453732-75AC-4426-B5D3-B7C69C2D4F54}" dt="2025-12-14T23:49:33.286" v="940" actId="12788"/>
          <ac:cxnSpMkLst>
            <pc:docMk/>
            <pc:sldMk cId="3096440039" sldId="256"/>
            <ac:cxnSpMk id="124" creationId="{901FBF9B-81C8-BCAB-0584-BB7568917A50}"/>
          </ac:cxnSpMkLst>
        </pc:cxnChg>
        <pc:cxnChg chg="mod">
          <ac:chgData name="Fatima Pillosu" userId="a6295d4dc9e22643" providerId="LiveId" clId="{87453732-75AC-4426-B5D3-B7C69C2D4F54}" dt="2025-12-14T23:48:37.663" v="934" actId="1035"/>
          <ac:cxnSpMkLst>
            <pc:docMk/>
            <pc:sldMk cId="3096440039" sldId="256"/>
            <ac:cxnSpMk id="135" creationId="{6231FE6D-B479-7BC9-0342-B019700DE926}"/>
          </ac:cxnSpMkLst>
        </pc:cxnChg>
        <pc:cxnChg chg="mod">
          <ac:chgData name="Fatima Pillosu" userId="a6295d4dc9e22643" providerId="LiveId" clId="{87453732-75AC-4426-B5D3-B7C69C2D4F54}" dt="2025-12-14T23:48:37.663" v="934" actId="1035"/>
          <ac:cxnSpMkLst>
            <pc:docMk/>
            <pc:sldMk cId="3096440039" sldId="256"/>
            <ac:cxnSpMk id="136" creationId="{59BB2788-4FE8-E680-E509-DFB1F901E1A5}"/>
          </ac:cxnSpMkLst>
        </pc:cxnChg>
        <pc:cxnChg chg="mod">
          <ac:chgData name="Fatima Pillosu" userId="a6295d4dc9e22643" providerId="LiveId" clId="{87453732-75AC-4426-B5D3-B7C69C2D4F54}" dt="2025-12-14T23:48:37.663" v="934" actId="1035"/>
          <ac:cxnSpMkLst>
            <pc:docMk/>
            <pc:sldMk cId="3096440039" sldId="256"/>
            <ac:cxnSpMk id="137" creationId="{217D4B6C-E2D7-F9DD-FF85-26DA8D74B07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001553"/>
            <a:ext cx="5508149" cy="2130602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3214319"/>
            <a:ext cx="4860131" cy="1477538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026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0096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525705"/>
            <a:ext cx="5589151" cy="2545672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4095460"/>
            <a:ext cx="5589151" cy="1338709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040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629117"/>
            <a:ext cx="2754074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629117"/>
            <a:ext cx="2754074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820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25825"/>
            <a:ext cx="5589151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500205"/>
            <a:ext cx="2741417" cy="73522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2235432"/>
            <a:ext cx="2741417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500205"/>
            <a:ext cx="2754918" cy="73522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2235432"/>
            <a:ext cx="275491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256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294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667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07988"/>
            <a:ext cx="2090025" cy="142795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881141"/>
            <a:ext cx="3280589" cy="4349034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835944"/>
            <a:ext cx="2090025" cy="3401313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5274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07988"/>
            <a:ext cx="2090025" cy="142795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881141"/>
            <a:ext cx="3280589" cy="4349034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835944"/>
            <a:ext cx="2090025" cy="3401313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4064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323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325823"/>
            <a:ext cx="1397288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325823"/>
            <a:ext cx="4110861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826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325825"/>
            <a:ext cx="5589151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629117"/>
            <a:ext cx="5589151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5672162"/>
            <a:ext cx="145803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945B0-C149-4470-9AA3-30157A058F4B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5672162"/>
            <a:ext cx="218705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5672162"/>
            <a:ext cx="145803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4B848-D8B5-490C-983E-BE627574A64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87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 descr="A graph showing a graph of a slope&#10;&#10;AI-generated content may be incorrect.">
            <a:extLst>
              <a:ext uri="{FF2B5EF4-FFF2-40B4-BE49-F238E27FC236}">
                <a16:creationId xmlns:a16="http://schemas.microsoft.com/office/drawing/2014/main" id="{5F8CDBC8-2A02-7688-E1D9-0BC049626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805" y="732831"/>
            <a:ext cx="2136957" cy="1484074"/>
          </a:xfrm>
          <a:prstGeom prst="rect">
            <a:avLst/>
          </a:prstGeom>
        </p:spPr>
      </p:pic>
      <p:pic>
        <p:nvPicPr>
          <p:cNvPr id="101" name="Picture 100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B015F0F8-B5E0-9A6B-BBAA-119690124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805" y="2034541"/>
            <a:ext cx="2136957" cy="1484074"/>
          </a:xfrm>
          <a:prstGeom prst="rect">
            <a:avLst/>
          </a:prstGeom>
        </p:spPr>
      </p:pic>
      <p:pic>
        <p:nvPicPr>
          <p:cNvPr id="102" name="Picture 10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FD5ACBFB-8455-B4CC-4658-186C641FE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805" y="3351491"/>
            <a:ext cx="2136957" cy="1484074"/>
          </a:xfrm>
          <a:prstGeom prst="rect">
            <a:avLst/>
          </a:prstGeom>
        </p:spPr>
      </p:pic>
      <p:pic>
        <p:nvPicPr>
          <p:cNvPr id="103" name="Picture 10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13CEC14E-090E-06B1-9821-93A9F073E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805" y="4637961"/>
            <a:ext cx="2136957" cy="1484074"/>
          </a:xfrm>
          <a:prstGeom prst="rect">
            <a:avLst/>
          </a:prstGeom>
        </p:spPr>
      </p:pic>
      <p:pic>
        <p:nvPicPr>
          <p:cNvPr id="104" name="Picture 103" descr="A graph of a graph showing the slope of a graph&#10;&#10;AI-generated content may be incorrect.">
            <a:extLst>
              <a:ext uri="{FF2B5EF4-FFF2-40B4-BE49-F238E27FC236}">
                <a16:creationId xmlns:a16="http://schemas.microsoft.com/office/drawing/2014/main" id="{6406F669-FAF5-D29C-D645-BBF6B26FC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71" y="732831"/>
            <a:ext cx="2136957" cy="1484074"/>
          </a:xfrm>
          <a:prstGeom prst="rect">
            <a:avLst/>
          </a:prstGeom>
        </p:spPr>
      </p:pic>
      <p:pic>
        <p:nvPicPr>
          <p:cNvPr id="105" name="Picture 104" descr="A graph of a graph showing the slope of a graph&#10;&#10;AI-generated content may be incorrect.">
            <a:extLst>
              <a:ext uri="{FF2B5EF4-FFF2-40B4-BE49-F238E27FC236}">
                <a16:creationId xmlns:a16="http://schemas.microsoft.com/office/drawing/2014/main" id="{D04EFE78-F502-4C46-F1C4-BF301410F2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71" y="2034541"/>
            <a:ext cx="2136957" cy="1484074"/>
          </a:xfrm>
          <a:prstGeom prst="rect">
            <a:avLst/>
          </a:prstGeom>
        </p:spPr>
      </p:pic>
      <p:pic>
        <p:nvPicPr>
          <p:cNvPr id="106" name="Picture 105" descr="A graph showing a graph of a slope&#10;&#10;AI-generated content may be incorrect.">
            <a:extLst>
              <a:ext uri="{FF2B5EF4-FFF2-40B4-BE49-F238E27FC236}">
                <a16:creationId xmlns:a16="http://schemas.microsoft.com/office/drawing/2014/main" id="{E176A51D-8870-C77B-5861-34BEA003A7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71" y="3351491"/>
            <a:ext cx="2136957" cy="1484074"/>
          </a:xfrm>
          <a:prstGeom prst="rect">
            <a:avLst/>
          </a:prstGeom>
        </p:spPr>
      </p:pic>
      <p:pic>
        <p:nvPicPr>
          <p:cNvPr id="107" name="Picture 106" descr="A graph showing a graph of a slope&#10;&#10;AI-generated content may be incorrect.">
            <a:extLst>
              <a:ext uri="{FF2B5EF4-FFF2-40B4-BE49-F238E27FC236}">
                <a16:creationId xmlns:a16="http://schemas.microsoft.com/office/drawing/2014/main" id="{02F8A407-CA0B-7455-FBCA-6882901E02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71" y="4637961"/>
            <a:ext cx="2136957" cy="1484074"/>
          </a:xfrm>
          <a:prstGeom prst="rect">
            <a:avLst/>
          </a:prstGeom>
        </p:spPr>
      </p:pic>
      <p:pic>
        <p:nvPicPr>
          <p:cNvPr id="108" name="Picture 107" descr="A graph showing a graph of a slope&#10;&#10;AI-generated content may be incorrect.">
            <a:extLst>
              <a:ext uri="{FF2B5EF4-FFF2-40B4-BE49-F238E27FC236}">
                <a16:creationId xmlns:a16="http://schemas.microsoft.com/office/drawing/2014/main" id="{13571B79-14A1-0331-F52C-4CC916E088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86" y="732831"/>
            <a:ext cx="2136957" cy="1484074"/>
          </a:xfrm>
          <a:prstGeom prst="rect">
            <a:avLst/>
          </a:prstGeom>
        </p:spPr>
      </p:pic>
      <p:pic>
        <p:nvPicPr>
          <p:cNvPr id="109" name="Picture 108" descr="A graph of a graph showing the slope of a graph&#10;&#10;AI-generated content may be incorrect.">
            <a:extLst>
              <a:ext uri="{FF2B5EF4-FFF2-40B4-BE49-F238E27FC236}">
                <a16:creationId xmlns:a16="http://schemas.microsoft.com/office/drawing/2014/main" id="{52C8C5A7-5857-4340-E26C-6F37E0D854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86" y="2034541"/>
            <a:ext cx="2136957" cy="1484074"/>
          </a:xfrm>
          <a:prstGeom prst="rect">
            <a:avLst/>
          </a:prstGeom>
        </p:spPr>
      </p:pic>
      <p:pic>
        <p:nvPicPr>
          <p:cNvPr id="110" name="Picture 109" descr="A graph showing a graph of a slope&#10;&#10;AI-generated content may be incorrect.">
            <a:extLst>
              <a:ext uri="{FF2B5EF4-FFF2-40B4-BE49-F238E27FC236}">
                <a16:creationId xmlns:a16="http://schemas.microsoft.com/office/drawing/2014/main" id="{BC923753-1259-A456-AA32-77792A8F05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86" y="3351491"/>
            <a:ext cx="2136957" cy="1484074"/>
          </a:xfrm>
          <a:prstGeom prst="rect">
            <a:avLst/>
          </a:prstGeom>
        </p:spPr>
      </p:pic>
      <p:pic>
        <p:nvPicPr>
          <p:cNvPr id="111" name="Picture 110" descr="A graph showing a graph of a slope&#10;&#10;AI-generated content may be incorrect.">
            <a:extLst>
              <a:ext uri="{FF2B5EF4-FFF2-40B4-BE49-F238E27FC236}">
                <a16:creationId xmlns:a16="http://schemas.microsoft.com/office/drawing/2014/main" id="{20266AAE-DD67-72E1-E053-B7B9E7AE53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86" y="4637961"/>
            <a:ext cx="2136957" cy="1484074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89EC811D-84FE-396D-8734-6C44B515809F}"/>
              </a:ext>
            </a:extLst>
          </p:cNvPr>
          <p:cNvSpPr txBox="1"/>
          <p:nvPr/>
        </p:nvSpPr>
        <p:spPr>
          <a:xfrm>
            <a:off x="-77622" y="1359377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DJF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A36F8EA-E537-D077-DE17-BD2D8C581133}"/>
              </a:ext>
            </a:extLst>
          </p:cNvPr>
          <p:cNvSpPr txBox="1"/>
          <p:nvPr/>
        </p:nvSpPr>
        <p:spPr>
          <a:xfrm>
            <a:off x="-77622" y="2661087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MAM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828C7F8-F2C8-3958-1CD5-A47F32C55B8E}"/>
              </a:ext>
            </a:extLst>
          </p:cNvPr>
          <p:cNvSpPr txBox="1"/>
          <p:nvPr/>
        </p:nvSpPr>
        <p:spPr>
          <a:xfrm>
            <a:off x="-77622" y="3978037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JJA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CCC5DC4-F098-3649-6E20-0C605546FAE8}"/>
              </a:ext>
            </a:extLst>
          </p:cNvPr>
          <p:cNvSpPr txBox="1"/>
          <p:nvPr/>
        </p:nvSpPr>
        <p:spPr>
          <a:xfrm>
            <a:off x="-77622" y="5272127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SON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EA7B6D2-8750-34C8-91FE-611CBA94446C}"/>
              </a:ext>
            </a:extLst>
          </p:cNvPr>
          <p:cNvSpPr txBox="1"/>
          <p:nvPr/>
        </p:nvSpPr>
        <p:spPr>
          <a:xfrm>
            <a:off x="428285" y="605911"/>
            <a:ext cx="176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1940 - 2024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0CEE2C7-CA89-044B-A0DA-17E7E0554E8C}"/>
              </a:ext>
            </a:extLst>
          </p:cNvPr>
          <p:cNvSpPr txBox="1"/>
          <p:nvPr/>
        </p:nvSpPr>
        <p:spPr>
          <a:xfrm>
            <a:off x="2382317" y="605911"/>
            <a:ext cx="176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1950 - 2024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22F7377-5B71-FD42-E25F-C02537FA4C7F}"/>
              </a:ext>
            </a:extLst>
          </p:cNvPr>
          <p:cNvSpPr txBox="1"/>
          <p:nvPr/>
        </p:nvSpPr>
        <p:spPr>
          <a:xfrm>
            <a:off x="4317705" y="605911"/>
            <a:ext cx="176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1979 - 2024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AA1166-C5C5-BF73-09D2-7CE6CA276ADE}"/>
              </a:ext>
            </a:extLst>
          </p:cNvPr>
          <p:cNvSpPr txBox="1"/>
          <p:nvPr/>
        </p:nvSpPr>
        <p:spPr>
          <a:xfrm>
            <a:off x="771958" y="205495"/>
            <a:ext cx="969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CURV</a:t>
            </a:r>
          </a:p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(annual average)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67538BF-E014-59AD-A5C6-834027553BD1}"/>
              </a:ext>
            </a:extLst>
          </p:cNvPr>
          <p:cNvCxnSpPr>
            <a:cxnSpLocks/>
          </p:cNvCxnSpPr>
          <p:nvPr/>
        </p:nvCxnSpPr>
        <p:spPr>
          <a:xfrm>
            <a:off x="861432" y="119743"/>
            <a:ext cx="790258" cy="0"/>
          </a:xfrm>
          <a:prstGeom prst="line">
            <a:avLst/>
          </a:prstGeom>
          <a:ln w="38100">
            <a:solidFill>
              <a:srgbClr val="416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9CF54239-24FD-8266-3F75-BCCBBDFFE7F2}"/>
              </a:ext>
            </a:extLst>
          </p:cNvPr>
          <p:cNvSpPr txBox="1"/>
          <p:nvPr/>
        </p:nvSpPr>
        <p:spPr>
          <a:xfrm>
            <a:off x="2012267" y="205495"/>
            <a:ext cx="96920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Running mean (5-year window)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353E484-BC37-5A96-D9B5-DFA6E8A73CFA}"/>
              </a:ext>
            </a:extLst>
          </p:cNvPr>
          <p:cNvCxnSpPr>
            <a:cxnSpLocks/>
          </p:cNvCxnSpPr>
          <p:nvPr/>
        </p:nvCxnSpPr>
        <p:spPr>
          <a:xfrm>
            <a:off x="2149086" y="119743"/>
            <a:ext cx="695569" cy="0"/>
          </a:xfrm>
          <a:prstGeom prst="line">
            <a:avLst/>
          </a:prstGeom>
          <a:ln w="38100">
            <a:solidFill>
              <a:srgbClr val="FF3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93DBE227-AF0E-E372-F1FA-8438A055DF0A}"/>
              </a:ext>
            </a:extLst>
          </p:cNvPr>
          <p:cNvSpPr txBox="1"/>
          <p:nvPr/>
        </p:nvSpPr>
        <p:spPr>
          <a:xfrm>
            <a:off x="3252577" y="205495"/>
            <a:ext cx="116781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Seasonal climatology (1991 - 2020)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01FBF9B-81C8-BCAB-0584-BB7568917A50}"/>
              </a:ext>
            </a:extLst>
          </p:cNvPr>
          <p:cNvCxnSpPr>
            <a:cxnSpLocks/>
          </p:cNvCxnSpPr>
          <p:nvPr/>
        </p:nvCxnSpPr>
        <p:spPr>
          <a:xfrm>
            <a:off x="3331127" y="119743"/>
            <a:ext cx="101071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1582439-DC74-B75A-5A48-357D9F77C534}"/>
              </a:ext>
            </a:extLst>
          </p:cNvPr>
          <p:cNvCxnSpPr>
            <a:cxnSpLocks/>
          </p:cNvCxnSpPr>
          <p:nvPr/>
        </p:nvCxnSpPr>
        <p:spPr>
          <a:xfrm>
            <a:off x="6136784" y="1556425"/>
            <a:ext cx="32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81CB5C0-F4CC-6D57-F8E4-93BDD876E52C}"/>
              </a:ext>
            </a:extLst>
          </p:cNvPr>
          <p:cNvCxnSpPr>
            <a:cxnSpLocks/>
          </p:cNvCxnSpPr>
          <p:nvPr/>
        </p:nvCxnSpPr>
        <p:spPr>
          <a:xfrm>
            <a:off x="6136784" y="931479"/>
            <a:ext cx="0" cy="576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06C28BBA-69A8-134A-2FD7-024188CBF2C9}"/>
              </a:ext>
            </a:extLst>
          </p:cNvPr>
          <p:cNvCxnSpPr>
            <a:cxnSpLocks/>
          </p:cNvCxnSpPr>
          <p:nvPr/>
        </p:nvCxnSpPr>
        <p:spPr>
          <a:xfrm flipV="1">
            <a:off x="6136784" y="1610541"/>
            <a:ext cx="0" cy="360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0172711-03B2-32CF-C061-31567CE47C15}"/>
              </a:ext>
            </a:extLst>
          </p:cNvPr>
          <p:cNvSpPr txBox="1"/>
          <p:nvPr/>
        </p:nvSpPr>
        <p:spPr>
          <a:xfrm rot="16200000">
            <a:off x="6001450" y="1090457"/>
            <a:ext cx="609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Cyclonic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3495175-0A51-CF36-4291-587782FDF417}"/>
              </a:ext>
            </a:extLst>
          </p:cNvPr>
          <p:cNvSpPr txBox="1"/>
          <p:nvPr/>
        </p:nvSpPr>
        <p:spPr>
          <a:xfrm rot="16200000">
            <a:off x="6001450" y="1618149"/>
            <a:ext cx="609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Anti-cyclonic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A57A3BC-A679-0F0A-07C4-0AA5DF4082C7}"/>
              </a:ext>
            </a:extLst>
          </p:cNvPr>
          <p:cNvCxnSpPr>
            <a:cxnSpLocks/>
          </p:cNvCxnSpPr>
          <p:nvPr/>
        </p:nvCxnSpPr>
        <p:spPr>
          <a:xfrm>
            <a:off x="6136784" y="2851641"/>
            <a:ext cx="32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C4FC198-D868-3D36-5B81-41EE8FB6B9BB}"/>
              </a:ext>
            </a:extLst>
          </p:cNvPr>
          <p:cNvCxnSpPr>
            <a:cxnSpLocks/>
          </p:cNvCxnSpPr>
          <p:nvPr/>
        </p:nvCxnSpPr>
        <p:spPr>
          <a:xfrm>
            <a:off x="6136784" y="2226695"/>
            <a:ext cx="0" cy="576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CB6BB438-C8A3-03F6-D7E3-9AB4B2E01269}"/>
              </a:ext>
            </a:extLst>
          </p:cNvPr>
          <p:cNvCxnSpPr>
            <a:cxnSpLocks/>
          </p:cNvCxnSpPr>
          <p:nvPr/>
        </p:nvCxnSpPr>
        <p:spPr>
          <a:xfrm flipV="1">
            <a:off x="6136784" y="2905757"/>
            <a:ext cx="0" cy="360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81D7482C-7968-507B-3F76-01C4F51801C2}"/>
              </a:ext>
            </a:extLst>
          </p:cNvPr>
          <p:cNvSpPr txBox="1"/>
          <p:nvPr/>
        </p:nvSpPr>
        <p:spPr>
          <a:xfrm rot="16200000">
            <a:off x="6001450" y="2385673"/>
            <a:ext cx="609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Cyclonic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23EE30D-0158-F29A-2A1F-30F4B3056E5C}"/>
              </a:ext>
            </a:extLst>
          </p:cNvPr>
          <p:cNvSpPr txBox="1"/>
          <p:nvPr/>
        </p:nvSpPr>
        <p:spPr>
          <a:xfrm rot="16200000">
            <a:off x="6001450" y="2913365"/>
            <a:ext cx="609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Anti-cyclonic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231FE6D-B479-7BC9-0342-B019700DE926}"/>
              </a:ext>
            </a:extLst>
          </p:cNvPr>
          <p:cNvCxnSpPr>
            <a:cxnSpLocks/>
          </p:cNvCxnSpPr>
          <p:nvPr/>
        </p:nvCxnSpPr>
        <p:spPr>
          <a:xfrm>
            <a:off x="6136784" y="4180490"/>
            <a:ext cx="32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2788-4FE8-E680-E509-DFB1F901E1A5}"/>
              </a:ext>
            </a:extLst>
          </p:cNvPr>
          <p:cNvCxnSpPr>
            <a:cxnSpLocks/>
          </p:cNvCxnSpPr>
          <p:nvPr/>
        </p:nvCxnSpPr>
        <p:spPr>
          <a:xfrm>
            <a:off x="6136784" y="3555544"/>
            <a:ext cx="0" cy="576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17D4B6C-E2D7-F9DD-FF85-26DA8D74B077}"/>
              </a:ext>
            </a:extLst>
          </p:cNvPr>
          <p:cNvCxnSpPr>
            <a:cxnSpLocks/>
          </p:cNvCxnSpPr>
          <p:nvPr/>
        </p:nvCxnSpPr>
        <p:spPr>
          <a:xfrm flipV="1">
            <a:off x="6136784" y="4234606"/>
            <a:ext cx="0" cy="360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B7F7B2BC-AB30-998D-9F91-6670BB90E3A2}"/>
              </a:ext>
            </a:extLst>
          </p:cNvPr>
          <p:cNvSpPr txBox="1"/>
          <p:nvPr/>
        </p:nvSpPr>
        <p:spPr>
          <a:xfrm rot="16200000">
            <a:off x="6001450" y="3714522"/>
            <a:ext cx="609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Cyclonic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C859816-5C13-9CCB-BA6B-7BCC4A1B0C78}"/>
              </a:ext>
            </a:extLst>
          </p:cNvPr>
          <p:cNvSpPr txBox="1"/>
          <p:nvPr/>
        </p:nvSpPr>
        <p:spPr>
          <a:xfrm rot="16200000">
            <a:off x="6001450" y="4242214"/>
            <a:ext cx="609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Anti-cyclonic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71F038F-F424-99B8-04D9-6D098D6D0640}"/>
              </a:ext>
            </a:extLst>
          </p:cNvPr>
          <p:cNvCxnSpPr>
            <a:cxnSpLocks/>
          </p:cNvCxnSpPr>
          <p:nvPr/>
        </p:nvCxnSpPr>
        <p:spPr>
          <a:xfrm>
            <a:off x="6136784" y="5452242"/>
            <a:ext cx="32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1483C9A-4B75-AC1C-2291-2163909393FE}"/>
              </a:ext>
            </a:extLst>
          </p:cNvPr>
          <p:cNvCxnSpPr>
            <a:cxnSpLocks/>
          </p:cNvCxnSpPr>
          <p:nvPr/>
        </p:nvCxnSpPr>
        <p:spPr>
          <a:xfrm>
            <a:off x="6136784" y="4827296"/>
            <a:ext cx="0" cy="576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0CE4BD0-40ED-57D5-2A32-128AEB1BE4FB}"/>
              </a:ext>
            </a:extLst>
          </p:cNvPr>
          <p:cNvCxnSpPr>
            <a:cxnSpLocks/>
          </p:cNvCxnSpPr>
          <p:nvPr/>
        </p:nvCxnSpPr>
        <p:spPr>
          <a:xfrm flipV="1">
            <a:off x="6136784" y="5506358"/>
            <a:ext cx="0" cy="360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F460BF0F-8897-4E75-6164-A229E4793C7D}"/>
              </a:ext>
            </a:extLst>
          </p:cNvPr>
          <p:cNvSpPr txBox="1"/>
          <p:nvPr/>
        </p:nvSpPr>
        <p:spPr>
          <a:xfrm rot="16200000">
            <a:off x="6001450" y="4986274"/>
            <a:ext cx="609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Cyclonic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42DC3E9-7722-BCFB-29D2-7BBB4A5601CF}"/>
              </a:ext>
            </a:extLst>
          </p:cNvPr>
          <p:cNvSpPr txBox="1"/>
          <p:nvPr/>
        </p:nvSpPr>
        <p:spPr>
          <a:xfrm rot="16200000">
            <a:off x="6001450" y="5513966"/>
            <a:ext cx="609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Anti-cyclonic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481ECEA3-BD70-9192-E1CB-0E9FFF7C5D92}"/>
              </a:ext>
            </a:extLst>
          </p:cNvPr>
          <p:cNvSpPr/>
          <p:nvPr/>
        </p:nvSpPr>
        <p:spPr>
          <a:xfrm>
            <a:off x="1933575" y="100012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4BD1587F-82F5-27EF-A270-ACF702239162}"/>
              </a:ext>
            </a:extLst>
          </p:cNvPr>
          <p:cNvSpPr/>
          <p:nvPr/>
        </p:nvSpPr>
        <p:spPr>
          <a:xfrm>
            <a:off x="3877014" y="100012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E64D21EC-5772-242C-00E6-A38A14496465}"/>
              </a:ext>
            </a:extLst>
          </p:cNvPr>
          <p:cNvSpPr/>
          <p:nvPr/>
        </p:nvSpPr>
        <p:spPr>
          <a:xfrm>
            <a:off x="3877014" y="36431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87C979C-9CF9-C7CD-A940-28C0D0ECC403}"/>
              </a:ext>
            </a:extLst>
          </p:cNvPr>
          <p:cNvSpPr txBox="1"/>
          <p:nvPr/>
        </p:nvSpPr>
        <p:spPr>
          <a:xfrm>
            <a:off x="4538452" y="205495"/>
            <a:ext cx="128991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Significant trend</a:t>
            </a:r>
          </a:p>
          <a:p>
            <a:pPr algn="ctr"/>
            <a:r>
              <a:rPr lang="en-GB" sz="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(at 5% confidence level)</a:t>
            </a:r>
            <a:endParaRPr lang="it-IT" sz="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B5623DE4-ADF2-9958-E0FF-010F7E53A054}"/>
              </a:ext>
            </a:extLst>
          </p:cNvPr>
          <p:cNvSpPr/>
          <p:nvPr/>
        </p:nvSpPr>
        <p:spPr>
          <a:xfrm>
            <a:off x="5093410" y="297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6440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2</cp:revision>
  <dcterms:created xsi:type="dcterms:W3CDTF">2025-12-11T13:54:43Z</dcterms:created>
  <dcterms:modified xsi:type="dcterms:W3CDTF">2025-12-14T23:50:12Z</dcterms:modified>
</cp:coreProperties>
</file>