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6480175" cy="4787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2B9D5"/>
    <a:srgbClr val="F25DA8"/>
    <a:srgbClr val="C8F1EC"/>
    <a:srgbClr val="47D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C187B7-D8C6-4B90-84BA-BA6E38532E69}" v="38" dt="2025-12-16T16:17:09.125"/>
    <p1510:client id="{8D350CFC-6766-4E59-9323-3AE0D474AC93}" v="5" dt="2025-12-16T16:30:01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100" d="100"/>
          <a:sy n="100" d="100"/>
        </p:scale>
        <p:origin x="174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">
      <pc:chgData name="Fatima Pillosu" userId="a6295d4dc9e22643" providerId="LiveId" clId="{87453732-75AC-4426-B5D3-B7C69C2D4F54}" dt="2025-12-16T16:31:20.893" v="942" actId="2696"/>
      <pc:docMkLst>
        <pc:docMk/>
      </pc:docMkLst>
      <pc:sldChg chg="addSp delSp modSp mod">
        <pc:chgData name="Fatima Pillosu" userId="a6295d4dc9e22643" providerId="LiveId" clId="{87453732-75AC-4426-B5D3-B7C69C2D4F54}" dt="2025-12-16T16:30:26.447" v="941" actId="478"/>
        <pc:sldMkLst>
          <pc:docMk/>
          <pc:sldMk cId="998956521" sldId="256"/>
        </pc:sldMkLst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12" creationId="{D2176728-B4A9-D157-E01E-E4E735248CAB}"/>
          </ac:spMkLst>
        </pc:spChg>
        <pc:spChg chg="add mod">
          <ac:chgData name="Fatima Pillosu" userId="a6295d4dc9e22643" providerId="LiveId" clId="{87453732-75AC-4426-B5D3-B7C69C2D4F54}" dt="2025-12-16T16:10:11.535" v="632" actId="1035"/>
          <ac:spMkLst>
            <pc:docMk/>
            <pc:sldMk cId="998956521" sldId="256"/>
            <ac:spMk id="13" creationId="{3AEE7A77-903B-63CD-E7DD-1500EFE907D5}"/>
          </ac:spMkLst>
        </pc:spChg>
        <pc:spChg chg="add mod">
          <ac:chgData name="Fatima Pillosu" userId="a6295d4dc9e22643" providerId="LiveId" clId="{87453732-75AC-4426-B5D3-B7C69C2D4F54}" dt="2025-12-16T16:10:11.535" v="632" actId="1035"/>
          <ac:spMkLst>
            <pc:docMk/>
            <pc:sldMk cId="998956521" sldId="256"/>
            <ac:spMk id="14" creationId="{09DE76FF-93AA-2976-1D1B-E98207934E1C}"/>
          </ac:spMkLst>
        </pc:spChg>
        <pc:spChg chg="add mod">
          <ac:chgData name="Fatima Pillosu" userId="a6295d4dc9e22643" providerId="LiveId" clId="{87453732-75AC-4426-B5D3-B7C69C2D4F54}" dt="2025-12-16T16:11:40.014" v="699" actId="1036"/>
          <ac:spMkLst>
            <pc:docMk/>
            <pc:sldMk cId="998956521" sldId="256"/>
            <ac:spMk id="15" creationId="{7B766E18-048B-5574-C629-6F98A6E10B23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16" creationId="{F2E2654D-4DE0-F977-690E-B7B80A7D5CF3}"/>
          </ac:spMkLst>
        </pc:spChg>
        <pc:spChg chg="add del mod">
          <ac:chgData name="Fatima Pillosu" userId="a6295d4dc9e22643" providerId="LiveId" clId="{87453732-75AC-4426-B5D3-B7C69C2D4F54}" dt="2025-12-16T15:52:28.565" v="130" actId="478"/>
          <ac:spMkLst>
            <pc:docMk/>
            <pc:sldMk cId="998956521" sldId="256"/>
            <ac:spMk id="17" creationId="{3D547EC6-8DA4-EBCA-BA4A-6D48D551DECF}"/>
          </ac:spMkLst>
        </pc:spChg>
        <pc:spChg chg="add del mod">
          <ac:chgData name="Fatima Pillosu" userId="a6295d4dc9e22643" providerId="LiveId" clId="{87453732-75AC-4426-B5D3-B7C69C2D4F54}" dt="2025-12-16T15:52:35.774" v="133" actId="478"/>
          <ac:spMkLst>
            <pc:docMk/>
            <pc:sldMk cId="998956521" sldId="256"/>
            <ac:spMk id="18" creationId="{0AD531B9-DF78-99F8-7575-4B2BEDC13E32}"/>
          </ac:spMkLst>
        </pc:spChg>
        <pc:spChg chg="add mod">
          <ac:chgData name="Fatima Pillosu" userId="a6295d4dc9e22643" providerId="LiveId" clId="{87453732-75AC-4426-B5D3-B7C69C2D4F54}" dt="2025-12-16T16:11:17.230" v="674" actId="1035"/>
          <ac:spMkLst>
            <pc:docMk/>
            <pc:sldMk cId="998956521" sldId="256"/>
            <ac:spMk id="19" creationId="{2AAACE82-2DB8-1698-EAD4-64648E1A583A}"/>
          </ac:spMkLst>
        </pc:spChg>
        <pc:spChg chg="add mod">
          <ac:chgData name="Fatima Pillosu" userId="a6295d4dc9e22643" providerId="LiveId" clId="{87453732-75AC-4426-B5D3-B7C69C2D4F54}" dt="2025-12-16T16:11:17.230" v="674" actId="1035"/>
          <ac:spMkLst>
            <pc:docMk/>
            <pc:sldMk cId="998956521" sldId="256"/>
            <ac:spMk id="20" creationId="{BC225CF7-F130-793F-67C2-253908A9B00B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21" creationId="{FFA25C99-9762-6C00-8BC4-EA3E814DFE13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22" creationId="{A5C4FF67-4B2D-611C-391F-DA64463530D3}"/>
          </ac:spMkLst>
        </pc:spChg>
        <pc:spChg chg="add mod">
          <ac:chgData name="Fatima Pillosu" userId="a6295d4dc9e22643" providerId="LiveId" clId="{87453732-75AC-4426-B5D3-B7C69C2D4F54}" dt="2025-12-16T15:53:58.796" v="148" actId="207"/>
          <ac:spMkLst>
            <pc:docMk/>
            <pc:sldMk cId="998956521" sldId="256"/>
            <ac:spMk id="23" creationId="{959512D8-65BF-CA0C-4F64-0D8ECDA1A3A3}"/>
          </ac:spMkLst>
        </pc:spChg>
        <pc:spChg chg="add del mod">
          <ac:chgData name="Fatima Pillosu" userId="a6295d4dc9e22643" providerId="LiveId" clId="{87453732-75AC-4426-B5D3-B7C69C2D4F54}" dt="2025-12-16T15:52:33.739" v="132" actId="478"/>
          <ac:spMkLst>
            <pc:docMk/>
            <pc:sldMk cId="998956521" sldId="256"/>
            <ac:spMk id="24" creationId="{44F130F3-D206-7978-8E7E-E3BC28C578CA}"/>
          </ac:spMkLst>
        </pc:spChg>
        <pc:spChg chg="add del mod">
          <ac:chgData name="Fatima Pillosu" userId="a6295d4dc9e22643" providerId="LiveId" clId="{87453732-75AC-4426-B5D3-B7C69C2D4F54}" dt="2025-12-16T15:52:30.232" v="131" actId="478"/>
          <ac:spMkLst>
            <pc:docMk/>
            <pc:sldMk cId="998956521" sldId="256"/>
            <ac:spMk id="25" creationId="{35DF99BD-9ADD-F198-EE5A-E9F358FD6758}"/>
          </ac:spMkLst>
        </pc:spChg>
        <pc:spChg chg="add mod">
          <ac:chgData name="Fatima Pillosu" userId="a6295d4dc9e22643" providerId="LiveId" clId="{87453732-75AC-4426-B5D3-B7C69C2D4F54}" dt="2025-12-16T15:55:29.175" v="188" actId="408"/>
          <ac:spMkLst>
            <pc:docMk/>
            <pc:sldMk cId="998956521" sldId="256"/>
            <ac:spMk id="26" creationId="{FD89D85D-58A9-349F-A850-2952CA982D28}"/>
          </ac:spMkLst>
        </pc:spChg>
        <pc:spChg chg="add mod">
          <ac:chgData name="Fatima Pillosu" userId="a6295d4dc9e22643" providerId="LiveId" clId="{87453732-75AC-4426-B5D3-B7C69C2D4F54}" dt="2025-12-16T15:55:29.175" v="188" actId="408"/>
          <ac:spMkLst>
            <pc:docMk/>
            <pc:sldMk cId="998956521" sldId="256"/>
            <ac:spMk id="27" creationId="{0E421332-6C66-E19E-357E-DB5C8006E4D0}"/>
          </ac:spMkLst>
        </pc:spChg>
        <pc:spChg chg="add mod">
          <ac:chgData name="Fatima Pillosu" userId="a6295d4dc9e22643" providerId="LiveId" clId="{87453732-75AC-4426-B5D3-B7C69C2D4F54}" dt="2025-12-16T15:55:27.108" v="187" actId="554"/>
          <ac:spMkLst>
            <pc:docMk/>
            <pc:sldMk cId="998956521" sldId="256"/>
            <ac:spMk id="28" creationId="{A9CB14B7-3484-99D4-17E2-92BD610271CC}"/>
          </ac:spMkLst>
        </pc:spChg>
        <pc:spChg chg="add mod">
          <ac:chgData name="Fatima Pillosu" userId="a6295d4dc9e22643" providerId="LiveId" clId="{87453732-75AC-4426-B5D3-B7C69C2D4F54}" dt="2025-12-16T15:55:29.175" v="188" actId="408"/>
          <ac:spMkLst>
            <pc:docMk/>
            <pc:sldMk cId="998956521" sldId="256"/>
            <ac:spMk id="29" creationId="{A82E8F05-02AC-066A-7556-7CA01C90BEF4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30" creationId="{924421DE-9A3C-33D4-8DC8-DC4CB19928FE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31" creationId="{452AE3F5-17CC-CFA9-E60B-F7AA00A23322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32" creationId="{C46CA329-8B84-C4F4-8A8E-A5514362AC92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33" creationId="{BF8D31C4-F363-9F25-49DC-F3CFFA4EB6A7}"/>
          </ac:spMkLst>
        </pc:spChg>
        <pc:spChg chg="add mod">
          <ac:chgData name="Fatima Pillosu" userId="a6295d4dc9e22643" providerId="LiveId" clId="{87453732-75AC-4426-B5D3-B7C69C2D4F54}" dt="2025-12-16T16:11:17.230" v="674" actId="1035"/>
          <ac:spMkLst>
            <pc:docMk/>
            <pc:sldMk cId="998956521" sldId="256"/>
            <ac:spMk id="34" creationId="{7442D53B-932B-E99E-4283-DF043EE2E631}"/>
          </ac:spMkLst>
        </pc:spChg>
        <pc:spChg chg="add mod">
          <ac:chgData name="Fatima Pillosu" userId="a6295d4dc9e22643" providerId="LiveId" clId="{87453732-75AC-4426-B5D3-B7C69C2D4F54}" dt="2025-12-16T16:11:17.230" v="674" actId="1035"/>
          <ac:spMkLst>
            <pc:docMk/>
            <pc:sldMk cId="998956521" sldId="256"/>
            <ac:spMk id="35" creationId="{C08F23C4-E279-4BEE-272E-A2076EFCF218}"/>
          </ac:spMkLst>
        </pc:spChg>
        <pc:spChg chg="add mod topLvl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37" creationId="{07296F43-0CD8-952D-0C3C-D1E467F3ECC1}"/>
          </ac:spMkLst>
        </pc:spChg>
        <pc:spChg chg="add mod topLvl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38" creationId="{C225B415-88A7-0C7D-50D8-F0147FD28DE6}"/>
          </ac:spMkLst>
        </pc:spChg>
        <pc:spChg chg="add mod topLvl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39" creationId="{89206F5F-539E-1349-C355-1E6FAE47292D}"/>
          </ac:spMkLst>
        </pc:spChg>
        <pc:spChg chg="add mod topLvl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40" creationId="{D8298266-8853-2B9B-A822-4D29484AB761}"/>
          </ac:spMkLst>
        </pc:spChg>
        <pc:spChg chg="add mod">
          <ac:chgData name="Fatima Pillosu" userId="a6295d4dc9e22643" providerId="LiveId" clId="{87453732-75AC-4426-B5D3-B7C69C2D4F54}" dt="2025-12-16T16:14:16.377" v="743" actId="20577"/>
          <ac:spMkLst>
            <pc:docMk/>
            <pc:sldMk cId="998956521" sldId="256"/>
            <ac:spMk id="47" creationId="{CBC2FB78-866C-3E0B-E62E-E7334A441344}"/>
          </ac:spMkLst>
        </pc:spChg>
        <pc:spChg chg="add mod">
          <ac:chgData name="Fatima Pillosu" userId="a6295d4dc9e22643" providerId="LiveId" clId="{87453732-75AC-4426-B5D3-B7C69C2D4F54}" dt="2025-12-16T16:14:19.586" v="749" actId="20577"/>
          <ac:spMkLst>
            <pc:docMk/>
            <pc:sldMk cId="998956521" sldId="256"/>
            <ac:spMk id="48" creationId="{6C481EC8-5C32-76F7-0D93-490E350ACA85}"/>
          </ac:spMkLst>
        </pc:spChg>
        <pc:spChg chg="add mod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49" creationId="{DF3D0D56-7B39-597E-175F-C92F936F3EFA}"/>
          </ac:spMkLst>
        </pc:spChg>
        <pc:spChg chg="add mod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50" creationId="{7A231EB4-9A1E-C90D-7491-65A787593E62}"/>
          </ac:spMkLst>
        </pc:spChg>
        <pc:spChg chg="add mod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51" creationId="{3EA22A47-5E86-107B-515F-CB1226C45949}"/>
          </ac:spMkLst>
        </pc:spChg>
        <pc:spChg chg="add mod">
          <ac:chgData name="Fatima Pillosu" userId="a6295d4dc9e22643" providerId="LiveId" clId="{87453732-75AC-4426-B5D3-B7C69C2D4F54}" dt="2025-12-16T16:14:06.012" v="724"/>
          <ac:spMkLst>
            <pc:docMk/>
            <pc:sldMk cId="998956521" sldId="256"/>
            <ac:spMk id="52" creationId="{FEF8B5FB-7FD9-F44C-4388-57905A453896}"/>
          </ac:spMkLst>
        </pc:spChg>
        <pc:spChg chg="add mod">
          <ac:chgData name="Fatima Pillosu" userId="a6295d4dc9e22643" providerId="LiveId" clId="{87453732-75AC-4426-B5D3-B7C69C2D4F54}" dt="2025-12-16T16:05:15.683" v="385" actId="12788"/>
          <ac:spMkLst>
            <pc:docMk/>
            <pc:sldMk cId="998956521" sldId="256"/>
            <ac:spMk id="55" creationId="{71946D77-2DDA-81BA-A041-2E56A58A8A5A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57" creationId="{293DAC29-BC8E-07F9-98C0-0DE2B374C503}"/>
          </ac:spMkLst>
        </pc:spChg>
        <pc:spChg chg="add del mod">
          <ac:chgData name="Fatima Pillosu" userId="a6295d4dc9e22643" providerId="LiveId" clId="{87453732-75AC-4426-B5D3-B7C69C2D4F54}" dt="2025-12-16T16:15:01.887" v="753" actId="21"/>
          <ac:spMkLst>
            <pc:docMk/>
            <pc:sldMk cId="998956521" sldId="256"/>
            <ac:spMk id="58" creationId="{6C4BA861-DEBE-A63F-0DD5-F50064309C87}"/>
          </ac:spMkLst>
        </pc:spChg>
        <pc:spChg chg="add mod">
          <ac:chgData name="Fatima Pillosu" userId="a6295d4dc9e22643" providerId="LiveId" clId="{87453732-75AC-4426-B5D3-B7C69C2D4F54}" dt="2025-12-16T16:10:30.649" v="648" actId="1036"/>
          <ac:spMkLst>
            <pc:docMk/>
            <pc:sldMk cId="998956521" sldId="256"/>
            <ac:spMk id="59" creationId="{ED046130-97A6-207E-0C1F-C657DFAB2D0E}"/>
          </ac:spMkLst>
        </pc:spChg>
        <pc:spChg chg="add mod">
          <ac:chgData name="Fatima Pillosu" userId="a6295d4dc9e22643" providerId="LiveId" clId="{87453732-75AC-4426-B5D3-B7C69C2D4F54}" dt="2025-12-16T16:10:56.986" v="654" actId="20577"/>
          <ac:spMkLst>
            <pc:docMk/>
            <pc:sldMk cId="998956521" sldId="256"/>
            <ac:spMk id="60" creationId="{8F1966F8-1B3B-D337-4ECC-5E03EF80934F}"/>
          </ac:spMkLst>
        </pc:spChg>
        <pc:spChg chg="add mod">
          <ac:chgData name="Fatima Pillosu" userId="a6295d4dc9e22643" providerId="LiveId" clId="{87453732-75AC-4426-B5D3-B7C69C2D4F54}" dt="2025-12-16T16:11:05.489" v="659" actId="20577"/>
          <ac:spMkLst>
            <pc:docMk/>
            <pc:sldMk cId="998956521" sldId="256"/>
            <ac:spMk id="61" creationId="{9F979358-5984-C4B9-C331-A2D32387CBD9}"/>
          </ac:spMkLst>
        </pc:spChg>
        <pc:spChg chg="add del">
          <ac:chgData name="Fatima Pillosu" userId="a6295d4dc9e22643" providerId="LiveId" clId="{87453732-75AC-4426-B5D3-B7C69C2D4F54}" dt="2025-12-16T16:14:59.449" v="752" actId="478"/>
          <ac:spMkLst>
            <pc:docMk/>
            <pc:sldMk cId="998956521" sldId="256"/>
            <ac:spMk id="62" creationId="{04240463-517E-4AA2-2925-DC39681F0512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69" creationId="{09DE76FF-93AA-2976-1D1B-E98207934E1C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70" creationId="{7B766E18-048B-5574-C629-6F98A6E10B23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71" creationId="{F2E2654D-4DE0-F977-690E-B7B80A7D5CF3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79" creationId="{A9CB14B7-3484-99D4-17E2-92BD610271CC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81" creationId="{924421DE-9A3C-33D4-8DC8-DC4CB19928FE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83" creationId="{C46CA329-8B84-C4F4-8A8E-A5514362AC92}"/>
          </ac:spMkLst>
        </pc:spChg>
        <pc:spChg chg="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89" creationId="{C225B415-88A7-0C7D-50D8-F0147FD28DE6}"/>
          </ac:spMkLst>
        </pc:spChg>
        <pc:spChg chg="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93" creationId="{6C481EC8-5C32-76F7-0D93-490E350ACA85}"/>
          </ac:spMkLst>
        </pc:spChg>
        <pc:spChg chg="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94" creationId="{DF3D0D56-7B39-597E-175F-C92F936F3EFA}"/>
          </ac:spMkLst>
        </pc:spChg>
        <pc:spChg chg="mod">
          <ac:chgData name="Fatima Pillosu" userId="a6295d4dc9e22643" providerId="LiveId" clId="{87453732-75AC-4426-B5D3-B7C69C2D4F54}" dt="2025-12-16T16:21:14.792" v="764" actId="20577"/>
          <ac:spMkLst>
            <pc:docMk/>
            <pc:sldMk cId="998956521" sldId="256"/>
            <ac:spMk id="100" creationId="{293DAC29-BC8E-07F9-98C0-0DE2B374C503}"/>
          </ac:spMkLst>
        </pc:spChg>
        <pc:spChg chg="add mod">
          <ac:chgData name="Fatima Pillosu" userId="a6295d4dc9e22643" providerId="LiveId" clId="{87453732-75AC-4426-B5D3-B7C69C2D4F54}" dt="2025-12-16T16:15:12.304" v="754"/>
          <ac:spMkLst>
            <pc:docMk/>
            <pc:sldMk cId="998956521" sldId="256"/>
            <ac:spMk id="101" creationId="{6C4BA861-DEBE-A63F-0DD5-F50064309C87}"/>
          </ac:spMkLst>
        </pc:spChg>
        <pc:grpChg chg="add del mod">
          <ac:chgData name="Fatima Pillosu" userId="a6295d4dc9e22643" providerId="LiveId" clId="{87453732-75AC-4426-B5D3-B7C69C2D4F54}" dt="2025-12-16T15:57:31.334" v="229" actId="165"/>
          <ac:grpSpMkLst>
            <pc:docMk/>
            <pc:sldMk cId="998956521" sldId="256"/>
            <ac:grpSpMk id="41" creationId="{D17EF1AD-ECBD-A5AC-38B6-0625AAD4D07B}"/>
          </ac:grpSpMkLst>
        </pc:grpChg>
        <pc:grpChg chg="mod">
          <ac:chgData name="Fatima Pillosu" userId="a6295d4dc9e22643" providerId="LiveId" clId="{87453732-75AC-4426-B5D3-B7C69C2D4F54}" dt="2025-12-16T16:14:30.267" v="750" actId="465"/>
          <ac:grpSpMkLst>
            <pc:docMk/>
            <pc:sldMk cId="998956521" sldId="256"/>
            <ac:grpSpMk id="56" creationId="{FEA2518C-4539-4489-E188-A672AF882E32}"/>
          </ac:grpSpMkLst>
        </pc:grpChg>
        <pc:picChg chg="add mod modCrop">
          <ac:chgData name="Fatima Pillosu" userId="a6295d4dc9e22643" providerId="LiveId" clId="{87453732-75AC-4426-B5D3-B7C69C2D4F54}" dt="2025-12-16T16:10:11.535" v="632" actId="1035"/>
          <ac:picMkLst>
            <pc:docMk/>
            <pc:sldMk cId="998956521" sldId="256"/>
            <ac:picMk id="5" creationId="{260DD4BD-D248-A391-C62E-FA60252D3611}"/>
          </ac:picMkLst>
        </pc:picChg>
        <pc:picChg chg="add mod ord">
          <ac:chgData name="Fatima Pillosu" userId="a6295d4dc9e22643" providerId="LiveId" clId="{87453732-75AC-4426-B5D3-B7C69C2D4F54}" dt="2025-12-16T16:30:22.881" v="940" actId="167"/>
          <ac:picMkLst>
            <pc:docMk/>
            <pc:sldMk cId="998956521" sldId="256"/>
            <ac:picMk id="5" creationId="{34C172FC-0662-9E34-AD8B-DAA4137D0CB7}"/>
          </ac:picMkLst>
        </pc:picChg>
        <pc:picChg chg="add mod modCrop">
          <ac:chgData name="Fatima Pillosu" userId="a6295d4dc9e22643" providerId="LiveId" clId="{87453732-75AC-4426-B5D3-B7C69C2D4F54}" dt="2025-12-16T16:10:11.535" v="632" actId="1035"/>
          <ac:picMkLst>
            <pc:docMk/>
            <pc:sldMk cId="998956521" sldId="256"/>
            <ac:picMk id="7" creationId="{46B06618-EC0C-A8D8-76BD-F5902AFC3675}"/>
          </ac:picMkLst>
        </pc:picChg>
        <pc:picChg chg="add mod ord">
          <ac:chgData name="Fatima Pillosu" userId="a6295d4dc9e22643" providerId="LiveId" clId="{87453732-75AC-4426-B5D3-B7C69C2D4F54}" dt="2025-12-16T16:30:22.881" v="940" actId="167"/>
          <ac:picMkLst>
            <pc:docMk/>
            <pc:sldMk cId="998956521" sldId="256"/>
            <ac:picMk id="7" creationId="{A38D7134-18D2-F12C-A04C-355EA7E3B968}"/>
          </ac:picMkLst>
        </pc:picChg>
        <pc:picChg chg="add mod ord">
          <ac:chgData name="Fatima Pillosu" userId="a6295d4dc9e22643" providerId="LiveId" clId="{87453732-75AC-4426-B5D3-B7C69C2D4F54}" dt="2025-12-16T16:30:22.881" v="940" actId="167"/>
          <ac:picMkLst>
            <pc:docMk/>
            <pc:sldMk cId="998956521" sldId="256"/>
            <ac:picMk id="9" creationId="{357F4E3A-97E1-16AA-8B49-1C8670A9C67F}"/>
          </ac:picMkLst>
        </pc:picChg>
        <pc:picChg chg="add mod modCrop">
          <ac:chgData name="Fatima Pillosu" userId="a6295d4dc9e22643" providerId="LiveId" clId="{87453732-75AC-4426-B5D3-B7C69C2D4F54}" dt="2025-12-16T15:52:57.132" v="146" actId="1036"/>
          <ac:picMkLst>
            <pc:docMk/>
            <pc:sldMk cId="998956521" sldId="256"/>
            <ac:picMk id="9" creationId="{7FB18DA8-147D-9D24-C089-B739B30004E8}"/>
          </ac:picMkLst>
        </pc:picChg>
        <pc:picChg chg="add mod ord">
          <ac:chgData name="Fatima Pillosu" userId="a6295d4dc9e22643" providerId="LiveId" clId="{87453732-75AC-4426-B5D3-B7C69C2D4F54}" dt="2025-12-16T16:30:22.881" v="940" actId="167"/>
          <ac:picMkLst>
            <pc:docMk/>
            <pc:sldMk cId="998956521" sldId="256"/>
            <ac:picMk id="11" creationId="{122D08C9-56EA-6E1B-CFFB-058C65583E11}"/>
          </ac:picMkLst>
        </pc:picChg>
        <pc:picChg chg="add mod modCrop">
          <ac:chgData name="Fatima Pillosu" userId="a6295d4dc9e22643" providerId="LiveId" clId="{87453732-75AC-4426-B5D3-B7C69C2D4F54}" dt="2025-12-16T15:52:57.132" v="146" actId="1036"/>
          <ac:picMkLst>
            <pc:docMk/>
            <pc:sldMk cId="998956521" sldId="256"/>
            <ac:picMk id="11" creationId="{173985D0-E6CC-CC90-8EBB-3F44ED6EBB0B}"/>
          </ac:picMkLst>
        </pc:picChg>
        <pc:picChg chg="add del mod modCrop">
          <ac:chgData name="Fatima Pillosu" userId="a6295d4dc9e22643" providerId="LiveId" clId="{87453732-75AC-4426-B5D3-B7C69C2D4F54}" dt="2025-12-16T16:06:05.760" v="417" actId="478"/>
          <ac:picMkLst>
            <pc:docMk/>
            <pc:sldMk cId="998956521" sldId="256"/>
            <ac:picMk id="36" creationId="{7413157D-E99E-2A52-7A52-3A7C4EA7AA15}"/>
          </ac:picMkLst>
        </pc:picChg>
        <pc:picChg chg="del mod">
          <ac:chgData name="Fatima Pillosu" userId="a6295d4dc9e22643" providerId="LiveId" clId="{87453732-75AC-4426-B5D3-B7C69C2D4F54}" dt="2025-12-16T16:30:26.447" v="941" actId="478"/>
          <ac:picMkLst>
            <pc:docMk/>
            <pc:sldMk cId="998956521" sldId="256"/>
            <ac:picMk id="63" creationId="{260DD4BD-D248-A391-C62E-FA60252D3611}"/>
          </ac:picMkLst>
        </pc:picChg>
        <pc:picChg chg="del mod">
          <ac:chgData name="Fatima Pillosu" userId="a6295d4dc9e22643" providerId="LiveId" clId="{87453732-75AC-4426-B5D3-B7C69C2D4F54}" dt="2025-12-16T16:18:04.129" v="762" actId="478"/>
          <ac:picMkLst>
            <pc:docMk/>
            <pc:sldMk cId="998956521" sldId="256"/>
            <ac:picMk id="64" creationId="{46B06618-EC0C-A8D8-76BD-F5902AFC3675}"/>
          </ac:picMkLst>
        </pc:picChg>
        <pc:picChg chg="del mod ord">
          <ac:chgData name="Fatima Pillosu" userId="a6295d4dc9e22643" providerId="LiveId" clId="{87453732-75AC-4426-B5D3-B7C69C2D4F54}" dt="2025-12-16T16:30:26.447" v="941" actId="478"/>
          <ac:picMkLst>
            <pc:docMk/>
            <pc:sldMk cId="998956521" sldId="256"/>
            <ac:picMk id="65" creationId="{7FB18DA8-147D-9D24-C089-B739B30004E8}"/>
          </ac:picMkLst>
        </pc:picChg>
        <pc:picChg chg="del mod">
          <ac:chgData name="Fatima Pillosu" userId="a6295d4dc9e22643" providerId="LiveId" clId="{87453732-75AC-4426-B5D3-B7C69C2D4F54}" dt="2025-12-16T16:30:26.447" v="941" actId="478"/>
          <ac:picMkLst>
            <pc:docMk/>
            <pc:sldMk cId="998956521" sldId="256"/>
            <ac:picMk id="66" creationId="{173985D0-E6CC-CC90-8EBB-3F44ED6EBB0B}"/>
          </ac:picMkLst>
        </pc:picChg>
        <pc:picChg chg="add del mod ord">
          <ac:chgData name="Fatima Pillosu" userId="a6295d4dc9e22643" providerId="LiveId" clId="{87453732-75AC-4426-B5D3-B7C69C2D4F54}" dt="2025-12-16T16:30:26.447" v="941" actId="478"/>
          <ac:picMkLst>
            <pc:docMk/>
            <pc:sldMk cId="998956521" sldId="256"/>
            <ac:picMk id="105" creationId="{050B59DA-9D08-B6C9-E4F1-7F3770F6CF48}"/>
          </ac:picMkLst>
        </pc:picChg>
        <pc:cxnChg chg="add del mod">
          <ac:chgData name="Fatima Pillosu" userId="a6295d4dc9e22643" providerId="LiveId" clId="{87453732-75AC-4426-B5D3-B7C69C2D4F54}" dt="2025-12-16T16:00:17.855" v="246" actId="478"/>
          <ac:cxnSpMkLst>
            <pc:docMk/>
            <pc:sldMk cId="998956521" sldId="256"/>
            <ac:cxnSpMk id="43" creationId="{AC9D7154-D309-F09C-D10E-A5281EB9E3DF}"/>
          </ac:cxnSpMkLst>
        </pc:cxnChg>
        <pc:cxnChg chg="add del mod">
          <ac:chgData name="Fatima Pillosu" userId="a6295d4dc9e22643" providerId="LiveId" clId="{87453732-75AC-4426-B5D3-B7C69C2D4F54}" dt="2025-12-16T16:00:20.286" v="247" actId="478"/>
          <ac:cxnSpMkLst>
            <pc:docMk/>
            <pc:sldMk cId="998956521" sldId="256"/>
            <ac:cxnSpMk id="44" creationId="{05363B93-B3F4-72F7-9F0E-72BF95D1799A}"/>
          </ac:cxnSpMkLst>
        </pc:cxnChg>
        <pc:cxnChg chg="add del mod">
          <ac:chgData name="Fatima Pillosu" userId="a6295d4dc9e22643" providerId="LiveId" clId="{87453732-75AC-4426-B5D3-B7C69C2D4F54}" dt="2025-12-16T16:00:21.088" v="248" actId="478"/>
          <ac:cxnSpMkLst>
            <pc:docMk/>
            <pc:sldMk cId="998956521" sldId="256"/>
            <ac:cxnSpMk id="46" creationId="{AA76A224-CA94-3E72-033D-2A2C0E0855C6}"/>
          </ac:cxnSpMkLst>
        </pc:cxnChg>
        <pc:cxnChg chg="add mod">
          <ac:chgData name="Fatima Pillosu" userId="a6295d4dc9e22643" providerId="LiveId" clId="{87453732-75AC-4426-B5D3-B7C69C2D4F54}" dt="2025-12-16T16:05:26.660" v="386" actId="1582"/>
          <ac:cxnSpMkLst>
            <pc:docMk/>
            <pc:sldMk cId="998956521" sldId="256"/>
            <ac:cxnSpMk id="54" creationId="{F7AC3EAF-7FA7-6769-8102-BD86C574FAC8}"/>
          </ac:cxnSpMkLst>
        </pc:cxnChg>
      </pc:sldChg>
      <pc:sldChg chg="addSp delSp modSp new del mod">
        <pc:chgData name="Fatima Pillosu" userId="a6295d4dc9e22643" providerId="LiveId" clId="{87453732-75AC-4426-B5D3-B7C69C2D4F54}" dt="2025-12-16T16:31:20.893" v="942" actId="2696"/>
        <pc:sldMkLst>
          <pc:docMk/>
          <pc:sldMk cId="3302999436" sldId="257"/>
        </pc:sldMkLst>
        <pc:spChg chg="del">
          <ac:chgData name="Fatima Pillosu" userId="a6295d4dc9e22643" providerId="LiveId" clId="{87453732-75AC-4426-B5D3-B7C69C2D4F54}" dt="2025-12-16T16:21:24.805" v="767" actId="478"/>
          <ac:spMkLst>
            <pc:docMk/>
            <pc:sldMk cId="3302999436" sldId="257"/>
            <ac:spMk id="2" creationId="{D5E70A8F-DD42-6CF0-5A12-324C9228FD8C}"/>
          </ac:spMkLst>
        </pc:spChg>
        <pc:spChg chg="del">
          <ac:chgData name="Fatima Pillosu" userId="a6295d4dc9e22643" providerId="LiveId" clId="{87453732-75AC-4426-B5D3-B7C69C2D4F54}" dt="2025-12-16T16:21:24.271" v="766" actId="478"/>
          <ac:spMkLst>
            <pc:docMk/>
            <pc:sldMk cId="3302999436" sldId="257"/>
            <ac:spMk id="3" creationId="{373D900F-81AD-E5A4-CD7B-5D3F29A4B34D}"/>
          </ac:spMkLst>
        </pc:spChg>
        <pc:spChg chg="add del mod">
          <ac:chgData name="Fatima Pillosu" userId="a6295d4dc9e22643" providerId="LiveId" clId="{87453732-75AC-4426-B5D3-B7C69C2D4F54}" dt="2025-12-16T16:28:52.413" v="912" actId="11529"/>
          <ac:spMkLst>
            <pc:docMk/>
            <pc:sldMk cId="3302999436" sldId="257"/>
            <ac:spMk id="12" creationId="{205ED9A0-65EC-C694-7B18-A43D3093509C}"/>
          </ac:spMkLst>
        </pc:spChg>
        <pc:picChg chg="add del mod modCrop">
          <ac:chgData name="Fatima Pillosu" userId="a6295d4dc9e22643" providerId="LiveId" clId="{87453732-75AC-4426-B5D3-B7C69C2D4F54}" dt="2025-12-16T16:29:15.314" v="924" actId="21"/>
          <ac:picMkLst>
            <pc:docMk/>
            <pc:sldMk cId="3302999436" sldId="257"/>
            <ac:picMk id="5" creationId="{34C172FC-0662-9E34-AD8B-DAA4137D0CB7}"/>
          </ac:picMkLst>
        </pc:picChg>
        <pc:picChg chg="add del mod modCrop">
          <ac:chgData name="Fatima Pillosu" userId="a6295d4dc9e22643" providerId="LiveId" clId="{87453732-75AC-4426-B5D3-B7C69C2D4F54}" dt="2025-12-16T16:29:27.364" v="928" actId="21"/>
          <ac:picMkLst>
            <pc:docMk/>
            <pc:sldMk cId="3302999436" sldId="257"/>
            <ac:picMk id="7" creationId="{A38D7134-18D2-F12C-A04C-355EA7E3B968}"/>
          </ac:picMkLst>
        </pc:picChg>
        <pc:picChg chg="add del mod modCrop">
          <ac:chgData name="Fatima Pillosu" userId="a6295d4dc9e22643" providerId="LiveId" clId="{87453732-75AC-4426-B5D3-B7C69C2D4F54}" dt="2025-12-16T16:29:43.124" v="932" actId="21"/>
          <ac:picMkLst>
            <pc:docMk/>
            <pc:sldMk cId="3302999436" sldId="257"/>
            <ac:picMk id="9" creationId="{357F4E3A-97E1-16AA-8B49-1C8670A9C67F}"/>
          </ac:picMkLst>
        </pc:picChg>
        <pc:picChg chg="add del mod modCrop">
          <ac:chgData name="Fatima Pillosu" userId="a6295d4dc9e22643" providerId="LiveId" clId="{87453732-75AC-4426-B5D3-B7C69C2D4F54}" dt="2025-12-16T16:29:59.919" v="936" actId="21"/>
          <ac:picMkLst>
            <pc:docMk/>
            <pc:sldMk cId="3302999436" sldId="257"/>
            <ac:picMk id="11" creationId="{122D08C9-56EA-6E1B-CFFB-058C65583E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55147-09D4-4EDD-BC5B-64015DE8FFE2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41438" y="1143000"/>
            <a:ext cx="4175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32715-1408-448C-B81A-4174CFBBEB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123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1pPr>
    <a:lvl2pPr marL="311033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2pPr>
    <a:lvl3pPr marL="6220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3pPr>
    <a:lvl4pPr marL="9330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4pPr>
    <a:lvl5pPr marL="1244133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41438" y="1143000"/>
            <a:ext cx="41751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32715-1408-448C-B81A-4174CFBBEB2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1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783575"/>
            <a:ext cx="5508149" cy="1666899"/>
          </a:xfrm>
        </p:spPr>
        <p:txBody>
          <a:bodyPr anchor="b"/>
          <a:lstStyle>
            <a:lvl1pPr algn="ctr">
              <a:defRPr sz="41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514756"/>
            <a:ext cx="4860131" cy="1155967"/>
          </a:xfrm>
        </p:spPr>
        <p:txBody>
          <a:bodyPr/>
          <a:lstStyle>
            <a:lvl1pPr marL="0" indent="0" algn="ctr">
              <a:buNone/>
              <a:defRPr sz="1675"/>
            </a:lvl1pPr>
            <a:lvl2pPr marL="319171" indent="0" algn="ctr">
              <a:buNone/>
              <a:defRPr sz="1396"/>
            </a:lvl2pPr>
            <a:lvl3pPr marL="638343" indent="0" algn="ctr">
              <a:buNone/>
              <a:defRPr sz="1257"/>
            </a:lvl3pPr>
            <a:lvl4pPr marL="957514" indent="0" algn="ctr">
              <a:buNone/>
              <a:defRPr sz="1117"/>
            </a:lvl4pPr>
            <a:lvl5pPr marL="1276685" indent="0" algn="ctr">
              <a:buNone/>
              <a:defRPr sz="1117"/>
            </a:lvl5pPr>
            <a:lvl6pPr marL="1595857" indent="0" algn="ctr">
              <a:buNone/>
              <a:defRPr sz="1117"/>
            </a:lvl6pPr>
            <a:lvl7pPr marL="1915028" indent="0" algn="ctr">
              <a:buNone/>
              <a:defRPr sz="1117"/>
            </a:lvl7pPr>
            <a:lvl8pPr marL="2234199" indent="0" algn="ctr">
              <a:buNone/>
              <a:defRPr sz="1117"/>
            </a:lvl8pPr>
            <a:lvl9pPr marL="2553371" indent="0" algn="ctr">
              <a:buNone/>
              <a:defRPr sz="111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945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732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193651"/>
            <a:ext cx="5589151" cy="1991633"/>
          </a:xfrm>
        </p:spPr>
        <p:txBody>
          <a:bodyPr anchor="b"/>
          <a:lstStyle>
            <a:lvl1pPr>
              <a:defRPr sz="41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3204126"/>
            <a:ext cx="5589151" cy="1047353"/>
          </a:xfrm>
        </p:spPr>
        <p:txBody>
          <a:bodyPr/>
          <a:lstStyle>
            <a:lvl1pPr marL="0" indent="0">
              <a:buNone/>
              <a:defRPr sz="1675">
                <a:solidFill>
                  <a:schemeClr val="tx1">
                    <a:tint val="82000"/>
                  </a:schemeClr>
                </a:solidFill>
              </a:defRPr>
            </a:lvl1pPr>
            <a:lvl2pPr marL="319171" indent="0">
              <a:buNone/>
              <a:defRPr sz="1396">
                <a:solidFill>
                  <a:schemeClr val="tx1">
                    <a:tint val="82000"/>
                  </a:schemeClr>
                </a:solidFill>
              </a:defRPr>
            </a:lvl2pPr>
            <a:lvl3pPr marL="638343" indent="0">
              <a:buNone/>
              <a:defRPr sz="1257">
                <a:solidFill>
                  <a:schemeClr val="tx1">
                    <a:tint val="82000"/>
                  </a:schemeClr>
                </a:solidFill>
              </a:defRPr>
            </a:lvl3pPr>
            <a:lvl4pPr marL="957514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4pPr>
            <a:lvl5pPr marL="1276685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5pPr>
            <a:lvl6pPr marL="1595857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6pPr>
            <a:lvl7pPr marL="1915028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7pPr>
            <a:lvl8pPr marL="2234199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8pPr>
            <a:lvl9pPr marL="2553371" indent="0">
              <a:buNone/>
              <a:defRPr sz="111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10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274556"/>
            <a:ext cx="2754074" cy="30378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274556"/>
            <a:ext cx="2754074" cy="30378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0058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54913"/>
            <a:ext cx="5589151" cy="9254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173701"/>
            <a:ext cx="2741417" cy="575213"/>
          </a:xfrm>
        </p:spPr>
        <p:txBody>
          <a:bodyPr anchor="b"/>
          <a:lstStyle>
            <a:lvl1pPr marL="0" indent="0">
              <a:buNone/>
              <a:defRPr sz="1675" b="1"/>
            </a:lvl1pPr>
            <a:lvl2pPr marL="319171" indent="0">
              <a:buNone/>
              <a:defRPr sz="1396" b="1"/>
            </a:lvl2pPr>
            <a:lvl3pPr marL="638343" indent="0">
              <a:buNone/>
              <a:defRPr sz="1257" b="1"/>
            </a:lvl3pPr>
            <a:lvl4pPr marL="957514" indent="0">
              <a:buNone/>
              <a:defRPr sz="1117" b="1"/>
            </a:lvl4pPr>
            <a:lvl5pPr marL="1276685" indent="0">
              <a:buNone/>
              <a:defRPr sz="1117" b="1"/>
            </a:lvl5pPr>
            <a:lvl6pPr marL="1595857" indent="0">
              <a:buNone/>
              <a:defRPr sz="1117" b="1"/>
            </a:lvl6pPr>
            <a:lvl7pPr marL="1915028" indent="0">
              <a:buNone/>
              <a:defRPr sz="1117" b="1"/>
            </a:lvl7pPr>
            <a:lvl8pPr marL="2234199" indent="0">
              <a:buNone/>
              <a:defRPr sz="1117" b="1"/>
            </a:lvl8pPr>
            <a:lvl9pPr marL="2553371" indent="0">
              <a:buNone/>
              <a:defRPr sz="11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1748914"/>
            <a:ext cx="2741417" cy="257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173701"/>
            <a:ext cx="2754918" cy="575213"/>
          </a:xfrm>
        </p:spPr>
        <p:txBody>
          <a:bodyPr anchor="b"/>
          <a:lstStyle>
            <a:lvl1pPr marL="0" indent="0">
              <a:buNone/>
              <a:defRPr sz="1675" b="1"/>
            </a:lvl1pPr>
            <a:lvl2pPr marL="319171" indent="0">
              <a:buNone/>
              <a:defRPr sz="1396" b="1"/>
            </a:lvl2pPr>
            <a:lvl3pPr marL="638343" indent="0">
              <a:buNone/>
              <a:defRPr sz="1257" b="1"/>
            </a:lvl3pPr>
            <a:lvl4pPr marL="957514" indent="0">
              <a:buNone/>
              <a:defRPr sz="1117" b="1"/>
            </a:lvl4pPr>
            <a:lvl5pPr marL="1276685" indent="0">
              <a:buNone/>
              <a:defRPr sz="1117" b="1"/>
            </a:lvl5pPr>
            <a:lvl6pPr marL="1595857" indent="0">
              <a:buNone/>
              <a:defRPr sz="1117" b="1"/>
            </a:lvl6pPr>
            <a:lvl7pPr marL="1915028" indent="0">
              <a:buNone/>
              <a:defRPr sz="1117" b="1"/>
            </a:lvl7pPr>
            <a:lvl8pPr marL="2234199" indent="0">
              <a:buNone/>
              <a:defRPr sz="1117" b="1"/>
            </a:lvl8pPr>
            <a:lvl9pPr marL="2553371" indent="0">
              <a:buNone/>
              <a:defRPr sz="11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748914"/>
            <a:ext cx="2754918" cy="257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822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2864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0487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19193"/>
            <a:ext cx="2090025" cy="1117177"/>
          </a:xfrm>
        </p:spPr>
        <p:txBody>
          <a:bodyPr anchor="b"/>
          <a:lstStyle>
            <a:lvl1pPr>
              <a:defRPr sz="22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689370"/>
            <a:ext cx="3280589" cy="3402512"/>
          </a:xfrm>
        </p:spPr>
        <p:txBody>
          <a:bodyPr/>
          <a:lstStyle>
            <a:lvl1pPr>
              <a:defRPr sz="2234"/>
            </a:lvl1pPr>
            <a:lvl2pPr>
              <a:defRPr sz="1955"/>
            </a:lvl2pPr>
            <a:lvl3pPr>
              <a:defRPr sz="1675"/>
            </a:lvl3pPr>
            <a:lvl4pPr>
              <a:defRPr sz="1396"/>
            </a:lvl4pPr>
            <a:lvl5pPr>
              <a:defRPr sz="1396"/>
            </a:lvl5pPr>
            <a:lvl6pPr>
              <a:defRPr sz="1396"/>
            </a:lvl6pPr>
            <a:lvl7pPr>
              <a:defRPr sz="1396"/>
            </a:lvl7pPr>
            <a:lvl8pPr>
              <a:defRPr sz="1396"/>
            </a:lvl8pPr>
            <a:lvl9pPr>
              <a:defRPr sz="13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436370"/>
            <a:ext cx="2090025" cy="2661053"/>
          </a:xfrm>
        </p:spPr>
        <p:txBody>
          <a:bodyPr/>
          <a:lstStyle>
            <a:lvl1pPr marL="0" indent="0">
              <a:buNone/>
              <a:defRPr sz="1117"/>
            </a:lvl1pPr>
            <a:lvl2pPr marL="319171" indent="0">
              <a:buNone/>
              <a:defRPr sz="977"/>
            </a:lvl2pPr>
            <a:lvl3pPr marL="638343" indent="0">
              <a:buNone/>
              <a:defRPr sz="838"/>
            </a:lvl3pPr>
            <a:lvl4pPr marL="957514" indent="0">
              <a:buNone/>
              <a:defRPr sz="698"/>
            </a:lvl4pPr>
            <a:lvl5pPr marL="1276685" indent="0">
              <a:buNone/>
              <a:defRPr sz="698"/>
            </a:lvl5pPr>
            <a:lvl6pPr marL="1595857" indent="0">
              <a:buNone/>
              <a:defRPr sz="698"/>
            </a:lvl6pPr>
            <a:lvl7pPr marL="1915028" indent="0">
              <a:buNone/>
              <a:defRPr sz="698"/>
            </a:lvl7pPr>
            <a:lvl8pPr marL="2234199" indent="0">
              <a:buNone/>
              <a:defRPr sz="698"/>
            </a:lvl8pPr>
            <a:lvl9pPr marL="2553371" indent="0">
              <a:buNone/>
              <a:defRPr sz="6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73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19193"/>
            <a:ext cx="2090025" cy="1117177"/>
          </a:xfrm>
        </p:spPr>
        <p:txBody>
          <a:bodyPr anchor="b"/>
          <a:lstStyle>
            <a:lvl1pPr>
              <a:defRPr sz="22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689370"/>
            <a:ext cx="3280589" cy="3402512"/>
          </a:xfrm>
        </p:spPr>
        <p:txBody>
          <a:bodyPr anchor="t"/>
          <a:lstStyle>
            <a:lvl1pPr marL="0" indent="0">
              <a:buNone/>
              <a:defRPr sz="2234"/>
            </a:lvl1pPr>
            <a:lvl2pPr marL="319171" indent="0">
              <a:buNone/>
              <a:defRPr sz="1955"/>
            </a:lvl2pPr>
            <a:lvl3pPr marL="638343" indent="0">
              <a:buNone/>
              <a:defRPr sz="1675"/>
            </a:lvl3pPr>
            <a:lvl4pPr marL="957514" indent="0">
              <a:buNone/>
              <a:defRPr sz="1396"/>
            </a:lvl4pPr>
            <a:lvl5pPr marL="1276685" indent="0">
              <a:buNone/>
              <a:defRPr sz="1396"/>
            </a:lvl5pPr>
            <a:lvl6pPr marL="1595857" indent="0">
              <a:buNone/>
              <a:defRPr sz="1396"/>
            </a:lvl6pPr>
            <a:lvl7pPr marL="1915028" indent="0">
              <a:buNone/>
              <a:defRPr sz="1396"/>
            </a:lvl7pPr>
            <a:lvl8pPr marL="2234199" indent="0">
              <a:buNone/>
              <a:defRPr sz="1396"/>
            </a:lvl8pPr>
            <a:lvl9pPr marL="2553371" indent="0">
              <a:buNone/>
              <a:defRPr sz="139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436370"/>
            <a:ext cx="2090025" cy="2661053"/>
          </a:xfrm>
        </p:spPr>
        <p:txBody>
          <a:bodyPr/>
          <a:lstStyle>
            <a:lvl1pPr marL="0" indent="0">
              <a:buNone/>
              <a:defRPr sz="1117"/>
            </a:lvl1pPr>
            <a:lvl2pPr marL="319171" indent="0">
              <a:buNone/>
              <a:defRPr sz="977"/>
            </a:lvl2pPr>
            <a:lvl3pPr marL="638343" indent="0">
              <a:buNone/>
              <a:defRPr sz="838"/>
            </a:lvl3pPr>
            <a:lvl4pPr marL="957514" indent="0">
              <a:buNone/>
              <a:defRPr sz="698"/>
            </a:lvl4pPr>
            <a:lvl5pPr marL="1276685" indent="0">
              <a:buNone/>
              <a:defRPr sz="698"/>
            </a:lvl5pPr>
            <a:lvl6pPr marL="1595857" indent="0">
              <a:buNone/>
              <a:defRPr sz="698"/>
            </a:lvl6pPr>
            <a:lvl7pPr marL="1915028" indent="0">
              <a:buNone/>
              <a:defRPr sz="698"/>
            </a:lvl7pPr>
            <a:lvl8pPr marL="2234199" indent="0">
              <a:buNone/>
              <a:defRPr sz="698"/>
            </a:lvl8pPr>
            <a:lvl9pPr marL="2553371" indent="0">
              <a:buNone/>
              <a:defRPr sz="6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006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067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54911"/>
            <a:ext cx="1397288" cy="40575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54911"/>
            <a:ext cx="4110861" cy="40575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474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54913"/>
            <a:ext cx="5589151" cy="925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274556"/>
            <a:ext cx="5589151" cy="3037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4437675"/>
            <a:ext cx="1458039" cy="254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8E55D-A985-4B3A-BD86-FF95821BEFB3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4437675"/>
            <a:ext cx="2187059" cy="254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4437675"/>
            <a:ext cx="1458039" cy="254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5C1BD-32D3-4049-A525-50D61480DA2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527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38343" rtl="0" eaLnBrk="1" latinLnBrk="0" hangingPunct="1">
        <a:lnSpc>
          <a:spcPct val="90000"/>
        </a:lnSpc>
        <a:spcBef>
          <a:spcPct val="0"/>
        </a:spcBef>
        <a:buNone/>
        <a:defRPr sz="30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9586" indent="-159586" algn="l" defTabSz="638343" rtl="0" eaLnBrk="1" latinLnBrk="0" hangingPunct="1">
        <a:lnSpc>
          <a:spcPct val="90000"/>
        </a:lnSpc>
        <a:spcBef>
          <a:spcPts val="698"/>
        </a:spcBef>
        <a:buFont typeface="Arial" panose="020B0604020202020204" pitchFamily="34" charset="0"/>
        <a:buChar char="•"/>
        <a:defRPr sz="1955" kern="1200">
          <a:solidFill>
            <a:schemeClr val="tx1"/>
          </a:solidFill>
          <a:latin typeface="+mn-lt"/>
          <a:ea typeface="+mn-ea"/>
          <a:cs typeface="+mn-cs"/>
        </a:defRPr>
      </a:lvl1pPr>
      <a:lvl2pPr marL="478757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675" kern="1200">
          <a:solidFill>
            <a:schemeClr val="tx1"/>
          </a:solidFill>
          <a:latin typeface="+mn-lt"/>
          <a:ea typeface="+mn-ea"/>
          <a:cs typeface="+mn-cs"/>
        </a:defRPr>
      </a:lvl2pPr>
      <a:lvl3pPr marL="797928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396" kern="1200">
          <a:solidFill>
            <a:schemeClr val="tx1"/>
          </a:solidFill>
          <a:latin typeface="+mn-lt"/>
          <a:ea typeface="+mn-ea"/>
          <a:cs typeface="+mn-cs"/>
        </a:defRPr>
      </a:lvl3pPr>
      <a:lvl4pPr marL="1117100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4pPr>
      <a:lvl5pPr marL="1436271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5pPr>
      <a:lvl6pPr marL="1755442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6pPr>
      <a:lvl7pPr marL="2074614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7pPr>
      <a:lvl8pPr marL="2393785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8pPr>
      <a:lvl9pPr marL="2712956" indent="-159586" algn="l" defTabSz="638343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1pPr>
      <a:lvl2pPr marL="319171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2pPr>
      <a:lvl3pPr marL="638343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3pPr>
      <a:lvl4pPr marL="957514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4pPr>
      <a:lvl5pPr marL="1276685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5pPr>
      <a:lvl6pPr marL="1595857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6pPr>
      <a:lvl7pPr marL="1915028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7pPr>
      <a:lvl8pPr marL="2234199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8pPr>
      <a:lvl9pPr marL="2553371" algn="l" defTabSz="638343" rtl="0" eaLnBrk="1" latinLnBrk="0" hangingPunct="1">
        <a:defRPr sz="12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map with lines and dots&#10;&#10;AI-generated content may be incorrect.">
            <a:extLst>
              <a:ext uri="{FF2B5EF4-FFF2-40B4-BE49-F238E27FC236}">
                <a16:creationId xmlns:a16="http://schemas.microsoft.com/office/drawing/2014/main" id="{34C172FC-0662-9E34-AD8B-DAA4137D0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0" t="34647" r="7265" b="4745"/>
          <a:stretch>
            <a:fillRect/>
          </a:stretch>
        </p:blipFill>
        <p:spPr>
          <a:xfrm>
            <a:off x="303046" y="1291780"/>
            <a:ext cx="3060000" cy="1535121"/>
          </a:xfrm>
          <a:prstGeom prst="rect">
            <a:avLst/>
          </a:prstGeom>
        </p:spPr>
      </p:pic>
      <p:pic>
        <p:nvPicPr>
          <p:cNvPr id="7" name="Picture 6" descr="A colorful map of a map&#10;&#10;AI-generated content may be incorrect.">
            <a:extLst>
              <a:ext uri="{FF2B5EF4-FFF2-40B4-BE49-F238E27FC236}">
                <a16:creationId xmlns:a16="http://schemas.microsoft.com/office/drawing/2014/main" id="{A38D7134-18D2-F12C-A04C-355EA7E3B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0" t="34647" r="7375" b="4745"/>
          <a:stretch>
            <a:fillRect/>
          </a:stretch>
        </p:blipFill>
        <p:spPr>
          <a:xfrm>
            <a:off x="303046" y="3031940"/>
            <a:ext cx="3060000" cy="1537105"/>
          </a:xfrm>
          <a:prstGeom prst="rect">
            <a:avLst/>
          </a:prstGeom>
        </p:spPr>
      </p:pic>
      <p:pic>
        <p:nvPicPr>
          <p:cNvPr id="9" name="Picture 8" descr="A colorful pattern with lines and dots&#10;&#10;AI-generated content may be incorrect.">
            <a:extLst>
              <a:ext uri="{FF2B5EF4-FFF2-40B4-BE49-F238E27FC236}">
                <a16:creationId xmlns:a16="http://schemas.microsoft.com/office/drawing/2014/main" id="{357F4E3A-97E1-16AA-8B49-1C8670A9C6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0" t="34647" r="7375" b="4745"/>
          <a:stretch>
            <a:fillRect/>
          </a:stretch>
        </p:blipFill>
        <p:spPr>
          <a:xfrm>
            <a:off x="3407609" y="1291298"/>
            <a:ext cx="3060000" cy="1537106"/>
          </a:xfrm>
          <a:prstGeom prst="rect">
            <a:avLst/>
          </a:prstGeom>
        </p:spPr>
      </p:pic>
      <p:pic>
        <p:nvPicPr>
          <p:cNvPr id="11" name="Picture 10" descr="A colorful map of a map&#10;&#10;AI-generated content may be incorrect.">
            <a:extLst>
              <a:ext uri="{FF2B5EF4-FFF2-40B4-BE49-F238E27FC236}">
                <a16:creationId xmlns:a16="http://schemas.microsoft.com/office/drawing/2014/main" id="{122D08C9-56EA-6E1B-CFFB-058C65583E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34647" r="7320" b="4745"/>
          <a:stretch>
            <a:fillRect/>
          </a:stretch>
        </p:blipFill>
        <p:spPr>
          <a:xfrm>
            <a:off x="3407609" y="3033441"/>
            <a:ext cx="3060000" cy="1537106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2176728-B4A9-D157-E01E-E4E735248CAB}"/>
              </a:ext>
            </a:extLst>
          </p:cNvPr>
          <p:cNvSpPr txBox="1"/>
          <p:nvPr/>
        </p:nvSpPr>
        <p:spPr>
          <a:xfrm>
            <a:off x="-85186" y="1443377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EE7A77-903B-63CD-E7DD-1500EFE907D5}"/>
              </a:ext>
            </a:extLst>
          </p:cNvPr>
          <p:cNvSpPr txBox="1"/>
          <p:nvPr/>
        </p:nvSpPr>
        <p:spPr>
          <a:xfrm>
            <a:off x="-85186" y="1949219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°</a:t>
            </a: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DE76FF-93AA-2976-1D1B-E98207934E1C}"/>
              </a:ext>
            </a:extLst>
          </p:cNvPr>
          <p:cNvSpPr txBox="1"/>
          <p:nvPr/>
        </p:nvSpPr>
        <p:spPr>
          <a:xfrm>
            <a:off x="-85186" y="1696298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30 °N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766E18-048B-5574-C629-6F98A6E10B23}"/>
              </a:ext>
            </a:extLst>
          </p:cNvPr>
          <p:cNvSpPr txBox="1"/>
          <p:nvPr/>
        </p:nvSpPr>
        <p:spPr>
          <a:xfrm>
            <a:off x="-85186" y="2202140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30 °S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E2654D-4DE0-F977-690E-B7B80A7D5CF3}"/>
              </a:ext>
            </a:extLst>
          </p:cNvPr>
          <p:cNvSpPr txBox="1"/>
          <p:nvPr/>
        </p:nvSpPr>
        <p:spPr>
          <a:xfrm>
            <a:off x="-85186" y="2455061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°S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AACE82-2DB8-1698-EAD4-64648E1A583A}"/>
              </a:ext>
            </a:extLst>
          </p:cNvPr>
          <p:cNvSpPr txBox="1"/>
          <p:nvPr/>
        </p:nvSpPr>
        <p:spPr>
          <a:xfrm>
            <a:off x="-85770" y="3196716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225CF7-F130-793F-67C2-253908A9B00B}"/>
              </a:ext>
            </a:extLst>
          </p:cNvPr>
          <p:cNvSpPr txBox="1"/>
          <p:nvPr/>
        </p:nvSpPr>
        <p:spPr>
          <a:xfrm>
            <a:off x="-85770" y="3702558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°</a:t>
            </a: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A25C99-9762-6C00-8BC4-EA3E814DFE13}"/>
              </a:ext>
            </a:extLst>
          </p:cNvPr>
          <p:cNvSpPr txBox="1"/>
          <p:nvPr/>
        </p:nvSpPr>
        <p:spPr>
          <a:xfrm>
            <a:off x="-85770" y="3449637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30 °N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C4FF67-4B2D-611C-391F-DA64463530D3}"/>
              </a:ext>
            </a:extLst>
          </p:cNvPr>
          <p:cNvSpPr txBox="1"/>
          <p:nvPr/>
        </p:nvSpPr>
        <p:spPr>
          <a:xfrm>
            <a:off x="-85770" y="3955479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30 °S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59512D8-65BF-CA0C-4F64-0D8ECDA1A3A3}"/>
              </a:ext>
            </a:extLst>
          </p:cNvPr>
          <p:cNvSpPr txBox="1"/>
          <p:nvPr/>
        </p:nvSpPr>
        <p:spPr>
          <a:xfrm>
            <a:off x="-85770" y="4208400"/>
            <a:ext cx="47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°S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89D85D-58A9-349F-A850-2952CA982D28}"/>
              </a:ext>
            </a:extLst>
          </p:cNvPr>
          <p:cNvSpPr txBox="1"/>
          <p:nvPr/>
        </p:nvSpPr>
        <p:spPr>
          <a:xfrm>
            <a:off x="1566970" y="4569044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421332-6C66-E19E-357E-DB5C8006E4D0}"/>
              </a:ext>
            </a:extLst>
          </p:cNvPr>
          <p:cNvSpPr txBox="1"/>
          <p:nvPr/>
        </p:nvSpPr>
        <p:spPr>
          <a:xfrm>
            <a:off x="2074538" y="4569044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CB14B7-3484-99D4-17E2-92BD610271CC}"/>
              </a:ext>
            </a:extLst>
          </p:cNvPr>
          <p:cNvSpPr txBox="1"/>
          <p:nvPr/>
        </p:nvSpPr>
        <p:spPr>
          <a:xfrm>
            <a:off x="2582105" y="4569044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2E8F05-02AC-066A-7556-7CA01C90BEF4}"/>
              </a:ext>
            </a:extLst>
          </p:cNvPr>
          <p:cNvSpPr txBox="1"/>
          <p:nvPr/>
        </p:nvSpPr>
        <p:spPr>
          <a:xfrm>
            <a:off x="1059402" y="4569044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°W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4421DE-9A3C-33D4-8DC8-DC4CB19928FE}"/>
              </a:ext>
            </a:extLst>
          </p:cNvPr>
          <p:cNvSpPr txBox="1"/>
          <p:nvPr/>
        </p:nvSpPr>
        <p:spPr>
          <a:xfrm>
            <a:off x="551834" y="4569044"/>
            <a:ext cx="540000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120 °W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2AE3F5-17CC-CFA9-E60B-F7AA00A23322}"/>
              </a:ext>
            </a:extLst>
          </p:cNvPr>
          <p:cNvSpPr txBox="1"/>
          <p:nvPr/>
        </p:nvSpPr>
        <p:spPr>
          <a:xfrm>
            <a:off x="4669940" y="456848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46CA329-8B84-C4F4-8A8E-A5514362AC92}"/>
              </a:ext>
            </a:extLst>
          </p:cNvPr>
          <p:cNvSpPr txBox="1"/>
          <p:nvPr/>
        </p:nvSpPr>
        <p:spPr>
          <a:xfrm>
            <a:off x="5177508" y="456848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8D31C4-F363-9F25-49DC-F3CFFA4EB6A7}"/>
              </a:ext>
            </a:extLst>
          </p:cNvPr>
          <p:cNvSpPr txBox="1"/>
          <p:nvPr/>
        </p:nvSpPr>
        <p:spPr>
          <a:xfrm>
            <a:off x="5685075" y="456848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120 °E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42D53B-932B-E99E-4283-DF043EE2E631}"/>
              </a:ext>
            </a:extLst>
          </p:cNvPr>
          <p:cNvSpPr txBox="1"/>
          <p:nvPr/>
        </p:nvSpPr>
        <p:spPr>
          <a:xfrm>
            <a:off x="4162372" y="456848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60 °W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08F23C4-E279-4BEE-272E-A2076EFCF218}"/>
              </a:ext>
            </a:extLst>
          </p:cNvPr>
          <p:cNvSpPr txBox="1"/>
          <p:nvPr/>
        </p:nvSpPr>
        <p:spPr>
          <a:xfrm>
            <a:off x="3654804" y="4568488"/>
            <a:ext cx="540000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120 °W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EA2518C-4539-4489-E188-A672AF882E32}"/>
              </a:ext>
            </a:extLst>
          </p:cNvPr>
          <p:cNvGrpSpPr/>
          <p:nvPr/>
        </p:nvGrpSpPr>
        <p:grpSpPr>
          <a:xfrm>
            <a:off x="796361" y="359397"/>
            <a:ext cx="4887452" cy="734590"/>
            <a:chOff x="1402708" y="1267363"/>
            <a:chExt cx="4887452" cy="73459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7296F43-0CD8-952D-0C3C-D1E467F3ECC1}"/>
                </a:ext>
              </a:extLst>
            </p:cNvPr>
            <p:cNvSpPr/>
            <p:nvPr/>
          </p:nvSpPr>
          <p:spPr>
            <a:xfrm>
              <a:off x="1402711" y="1585338"/>
              <a:ext cx="720000" cy="90000"/>
            </a:xfrm>
            <a:prstGeom prst="rect">
              <a:avLst/>
            </a:prstGeom>
            <a:solidFill>
              <a:srgbClr val="47D7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225B415-88A7-0C7D-50D8-F0147FD28DE6}"/>
                </a:ext>
              </a:extLst>
            </p:cNvPr>
            <p:cNvSpPr/>
            <p:nvPr/>
          </p:nvSpPr>
          <p:spPr>
            <a:xfrm>
              <a:off x="2299398" y="1585338"/>
              <a:ext cx="720000" cy="90000"/>
            </a:xfrm>
            <a:prstGeom prst="rect">
              <a:avLst/>
            </a:prstGeom>
            <a:solidFill>
              <a:srgbClr val="C8F1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9206F5F-539E-1349-C355-1E6FAE47292D}"/>
                </a:ext>
              </a:extLst>
            </p:cNvPr>
            <p:cNvSpPr/>
            <p:nvPr/>
          </p:nvSpPr>
          <p:spPr>
            <a:xfrm>
              <a:off x="3460778" y="1585338"/>
              <a:ext cx="720000" cy="90000"/>
            </a:xfrm>
            <a:prstGeom prst="rect">
              <a:avLst/>
            </a:prstGeom>
            <a:solidFill>
              <a:srgbClr val="F25D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8298266-8853-2B9B-A822-4D29484AB761}"/>
                </a:ext>
              </a:extLst>
            </p:cNvPr>
            <p:cNvSpPr/>
            <p:nvPr/>
          </p:nvSpPr>
          <p:spPr>
            <a:xfrm>
              <a:off x="4357464" y="1585338"/>
              <a:ext cx="720000" cy="90000"/>
            </a:xfrm>
            <a:prstGeom prst="rect">
              <a:avLst/>
            </a:prstGeom>
            <a:solidFill>
              <a:srgbClr val="F2B9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BC2FB78-866C-3E0B-E62E-E7334A441344}"/>
                </a:ext>
              </a:extLst>
            </p:cNvPr>
            <p:cNvSpPr txBox="1"/>
            <p:nvPr/>
          </p:nvSpPr>
          <p:spPr>
            <a:xfrm>
              <a:off x="1402710" y="1267363"/>
              <a:ext cx="1616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mostly </a:t>
              </a:r>
              <a:r>
                <a:rPr lang="en-GB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"/>
                  <a:ea typeface="Verdana" panose="020B0604030504040204" pitchFamily="34" charset="0"/>
                  <a:cs typeface="Arial" panose="020B0604020202020204" pitchFamily="34" charset="0"/>
                </a:rPr>
                <a:t>cyclonic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over whole period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C481EC8-5C32-76F7-0D93-490E350ACA85}"/>
                </a:ext>
              </a:extLst>
            </p:cNvPr>
            <p:cNvSpPr txBox="1"/>
            <p:nvPr/>
          </p:nvSpPr>
          <p:spPr>
            <a:xfrm>
              <a:off x="3460778" y="1267363"/>
              <a:ext cx="16166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mostly </a:t>
              </a:r>
              <a:r>
                <a:rPr lang="en-GB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" panose="020B05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anticyclonic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over whole period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  <a:p>
              <a:pPr algn="ctr"/>
              <a:endParaRPr lang="it-IT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F3D0D56-7B39-597E-175F-C92F936F3EFA}"/>
                </a:ext>
              </a:extLst>
            </p:cNvPr>
            <p:cNvSpPr txBox="1"/>
            <p:nvPr/>
          </p:nvSpPr>
          <p:spPr>
            <a:xfrm>
              <a:off x="1402708" y="1663399"/>
              <a:ext cx="720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upward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A231EB4-9A1E-C90D-7491-65A787593E62}"/>
                </a:ext>
              </a:extLst>
            </p:cNvPr>
            <p:cNvSpPr txBox="1"/>
            <p:nvPr/>
          </p:nvSpPr>
          <p:spPr>
            <a:xfrm>
              <a:off x="2299396" y="1663399"/>
              <a:ext cx="720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downward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EA22A47-5E86-107B-515F-CB1226C45949}"/>
                </a:ext>
              </a:extLst>
            </p:cNvPr>
            <p:cNvSpPr txBox="1"/>
            <p:nvPr/>
          </p:nvSpPr>
          <p:spPr>
            <a:xfrm>
              <a:off x="3460776" y="1663399"/>
              <a:ext cx="720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upward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EF8B5FB-7FD9-F44C-4388-57905A453896}"/>
                </a:ext>
              </a:extLst>
            </p:cNvPr>
            <p:cNvSpPr txBox="1"/>
            <p:nvPr/>
          </p:nvSpPr>
          <p:spPr>
            <a:xfrm>
              <a:off x="4357464" y="1663399"/>
              <a:ext cx="720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downward</a:t>
              </a:r>
            </a:p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7AC3EAF-7FA7-6769-8102-BD86C574FAC8}"/>
                </a:ext>
              </a:extLst>
            </p:cNvPr>
            <p:cNvCxnSpPr>
              <a:cxnSpLocks/>
            </p:cNvCxnSpPr>
            <p:nvPr/>
          </p:nvCxnSpPr>
          <p:spPr>
            <a:xfrm>
              <a:off x="5559966" y="1630338"/>
              <a:ext cx="465221" cy="0"/>
            </a:xfrm>
            <a:prstGeom prst="line">
              <a:avLst/>
            </a:prstGeom>
            <a:ln w="1270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1946D77-2DDA-81BA-A041-2E56A58A8A5A}"/>
                </a:ext>
              </a:extLst>
            </p:cNvPr>
            <p:cNvSpPr txBox="1"/>
            <p:nvPr/>
          </p:nvSpPr>
          <p:spPr>
            <a:xfrm>
              <a:off x="5294993" y="1663399"/>
              <a:ext cx="9951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trends with 95% confidence level</a:t>
              </a:r>
              <a:endPara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93DAC29-BC8E-07F9-98C0-0DE2B374C503}"/>
              </a:ext>
            </a:extLst>
          </p:cNvPr>
          <p:cNvSpPr txBox="1"/>
          <p:nvPr/>
        </p:nvSpPr>
        <p:spPr>
          <a:xfrm>
            <a:off x="-64169" y="-42882"/>
            <a:ext cx="6467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"/>
                <a:ea typeface="Verdana" panose="020B0604030504040204" pitchFamily="34" charset="0"/>
                <a:cs typeface="Arial" panose="020B0604020202020204" pitchFamily="34" charset="0"/>
              </a:rPr>
              <a:t>Trend for annual average CURV between 1950 and 2024</a:t>
            </a:r>
          </a:p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CURV computed with a radius of 2000m</a:t>
            </a:r>
            <a:r>
              <a:rPr lang="en-GB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endParaRPr lang="it-IT" sz="1000" b="1" dirty="0">
              <a:solidFill>
                <a:schemeClr val="tx1">
                  <a:lumMod val="65000"/>
                  <a:lumOff val="35000"/>
                </a:schemeClr>
              </a:solidFill>
              <a:latin typeface="Arial Nova 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C4BA861-DEBE-A63F-0DD5-F50064309C87}"/>
              </a:ext>
            </a:extLst>
          </p:cNvPr>
          <p:cNvSpPr txBox="1"/>
          <p:nvPr/>
        </p:nvSpPr>
        <p:spPr>
          <a:xfrm>
            <a:off x="214126" y="1096155"/>
            <a:ext cx="720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(a) DJF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D046130-97A6-207E-0C1F-C657DFAB2D0E}"/>
              </a:ext>
            </a:extLst>
          </p:cNvPr>
          <p:cNvSpPr txBox="1"/>
          <p:nvPr/>
        </p:nvSpPr>
        <p:spPr>
          <a:xfrm>
            <a:off x="3310795" y="1096155"/>
            <a:ext cx="720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(b) MAM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F1966F8-1B3B-D337-4ECC-5E03EF80934F}"/>
              </a:ext>
            </a:extLst>
          </p:cNvPr>
          <p:cNvSpPr txBox="1"/>
          <p:nvPr/>
        </p:nvSpPr>
        <p:spPr>
          <a:xfrm>
            <a:off x="214126" y="2827504"/>
            <a:ext cx="720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(c) JJA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F979358-5984-C4B9-C331-A2D32387CBD9}"/>
              </a:ext>
            </a:extLst>
          </p:cNvPr>
          <p:cNvSpPr txBox="1"/>
          <p:nvPr/>
        </p:nvSpPr>
        <p:spPr>
          <a:xfrm>
            <a:off x="3310795" y="2827504"/>
            <a:ext cx="7200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(d) SON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95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Arial Nova</vt:lpstr>
      <vt:lpstr>Arial Nova </vt:lpstr>
      <vt:lpstr>Arial Nova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1</cp:revision>
  <dcterms:created xsi:type="dcterms:W3CDTF">2025-12-16T15:41:38Z</dcterms:created>
  <dcterms:modified xsi:type="dcterms:W3CDTF">2025-12-16T16:31:25Z</dcterms:modified>
</cp:coreProperties>
</file>